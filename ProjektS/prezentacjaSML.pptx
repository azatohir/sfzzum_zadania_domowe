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EB4D80-DDBE-42B1-A89F-CB9F8CAC8181}" v="29" dt="2025-12-14T21:55:38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8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in Molitor" userId="565897c7-063a-4c0d-b24e-a93d3cac6f40" providerId="ADAL" clId="{2E28DE45-DA82-4453-BD66-7A3F7B9F679D}"/>
    <pc:docChg chg="undo custSel addSld modSld modMainMaster">
      <pc:chgData name="Marcin Molitor" userId="565897c7-063a-4c0d-b24e-a93d3cac6f40" providerId="ADAL" clId="{2E28DE45-DA82-4453-BD66-7A3F7B9F679D}" dt="2025-12-14T21:55:38.532" v="2256"/>
      <pc:docMkLst>
        <pc:docMk/>
      </pc:docMkLst>
      <pc:sldChg chg="modSp mod">
        <pc:chgData name="Marcin Molitor" userId="565897c7-063a-4c0d-b24e-a93d3cac6f40" providerId="ADAL" clId="{2E28DE45-DA82-4453-BD66-7A3F7B9F679D}" dt="2025-12-14T21:55:38.532" v="2256"/>
        <pc:sldMkLst>
          <pc:docMk/>
          <pc:sldMk cId="4162122633" sldId="256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4162122633" sldId="256"/>
            <ac:spMk id="2" creationId="{6A5A604F-CFD1-E83B-9631-21ABCA24CEE3}"/>
          </ac:spMkLst>
        </pc:spChg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4162122633" sldId="256"/>
            <ac:spMk id="3" creationId="{D6DFE752-E965-F7AF-87B0-5E55ECDAECCD}"/>
          </ac:spMkLst>
        </pc:spChg>
      </pc:sldChg>
      <pc:sldChg chg="addSp delSp modSp mod setBg modClrScheme delDesignElem chgLayout">
        <pc:chgData name="Marcin Molitor" userId="565897c7-063a-4c0d-b24e-a93d3cac6f40" providerId="ADAL" clId="{2E28DE45-DA82-4453-BD66-7A3F7B9F679D}" dt="2025-12-14T21:55:38.532" v="2256"/>
        <pc:sldMkLst>
          <pc:docMk/>
          <pc:sldMk cId="463162366" sldId="257"/>
        </pc:sldMkLst>
        <pc:spChg chg="mod ord">
          <ac:chgData name="Marcin Molitor" userId="565897c7-063a-4c0d-b24e-a93d3cac6f40" providerId="ADAL" clId="{2E28DE45-DA82-4453-BD66-7A3F7B9F679D}" dt="2025-12-14T21:55:38.532" v="2256"/>
          <ac:spMkLst>
            <pc:docMk/>
            <pc:sldMk cId="463162366" sldId="257"/>
            <ac:spMk id="2" creationId="{3DC5D594-334C-8074-7DD8-C3C03D6A1E85}"/>
          </ac:spMkLst>
        </pc:spChg>
        <pc:spChg chg="mod ord">
          <ac:chgData name="Marcin Molitor" userId="565897c7-063a-4c0d-b24e-a93d3cac6f40" providerId="ADAL" clId="{2E28DE45-DA82-4453-BD66-7A3F7B9F679D}" dt="2025-12-14T21:55:38.532" v="2256"/>
          <ac:spMkLst>
            <pc:docMk/>
            <pc:sldMk cId="463162366" sldId="257"/>
            <ac:spMk id="3" creationId="{E2CF0AAE-2963-D419-C1B9-28C323A0CF79}"/>
          </ac:spMkLst>
        </pc:spChg>
        <pc:spChg chg="del">
          <ac:chgData name="Marcin Molitor" userId="565897c7-063a-4c0d-b24e-a93d3cac6f40" providerId="ADAL" clId="{2E28DE45-DA82-4453-BD66-7A3F7B9F679D}" dt="2025-12-14T21:51:34.717" v="2226"/>
          <ac:spMkLst>
            <pc:docMk/>
            <pc:sldMk cId="463162366" sldId="257"/>
            <ac:spMk id="11" creationId="{D1D34770-47A8-402C-AF23-2B653F2D88C1}"/>
          </ac:spMkLst>
        </pc:spChg>
        <pc:spChg chg="add del">
          <ac:chgData name="Marcin Molitor" userId="565897c7-063a-4c0d-b24e-a93d3cac6f40" providerId="ADAL" clId="{2E28DE45-DA82-4453-BD66-7A3F7B9F679D}" dt="2025-12-14T21:51:59.953" v="2230" actId="26606"/>
          <ac:spMkLst>
            <pc:docMk/>
            <pc:sldMk cId="463162366" sldId="257"/>
            <ac:spMk id="15" creationId="{20366137-3DBB-4912-98D5-6727020207DE}"/>
          </ac:spMkLst>
        </pc:spChg>
        <pc:spChg chg="add del">
          <ac:chgData name="Marcin Molitor" userId="565897c7-063a-4c0d-b24e-a93d3cac6f40" providerId="ADAL" clId="{2E28DE45-DA82-4453-BD66-7A3F7B9F679D}" dt="2025-12-14T21:51:59.953" v="2230" actId="26606"/>
          <ac:spMkLst>
            <pc:docMk/>
            <pc:sldMk cId="463162366" sldId="257"/>
            <ac:spMk id="17" creationId="{5D28D1CE-5BF4-45B7-8D6D-B31A3198079C}"/>
          </ac:spMkLst>
        </pc:spChg>
        <pc:picChg chg="mod ord">
          <ac:chgData name="Marcin Molitor" userId="565897c7-063a-4c0d-b24e-a93d3cac6f40" providerId="ADAL" clId="{2E28DE45-DA82-4453-BD66-7A3F7B9F679D}" dt="2025-12-14T21:55:38.532" v="2256"/>
          <ac:picMkLst>
            <pc:docMk/>
            <pc:sldMk cId="463162366" sldId="257"/>
            <ac:picMk id="6" creationId="{57B1E38A-DB17-E423-06AC-559B166C4BF2}"/>
          </ac:picMkLst>
        </pc:picChg>
        <pc:picChg chg="mod">
          <ac:chgData name="Marcin Molitor" userId="565897c7-063a-4c0d-b24e-a93d3cac6f40" providerId="ADAL" clId="{2E28DE45-DA82-4453-BD66-7A3F7B9F679D}" dt="2025-12-14T21:54:48.793" v="2249" actId="14100"/>
          <ac:picMkLst>
            <pc:docMk/>
            <pc:sldMk cId="463162366" sldId="257"/>
            <ac:picMk id="10" creationId="{811D53F5-BBC2-F027-0986-908BDF2EBE49}"/>
          </ac:picMkLst>
        </pc:picChg>
      </pc:sldChg>
      <pc:sldChg chg="modSp setBg">
        <pc:chgData name="Marcin Molitor" userId="565897c7-063a-4c0d-b24e-a93d3cac6f40" providerId="ADAL" clId="{2E28DE45-DA82-4453-BD66-7A3F7B9F679D}" dt="2025-12-14T21:55:38.532" v="2256"/>
        <pc:sldMkLst>
          <pc:docMk/>
          <pc:sldMk cId="2294338673" sldId="258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2294338673" sldId="258"/>
            <ac:spMk id="2" creationId="{375A2E7E-5BB8-27D8-0899-2E9EF6A11652}"/>
          </ac:spMkLst>
        </pc:spChg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2294338673" sldId="258"/>
            <ac:spMk id="4" creationId="{96395215-6EF3-D3C2-0267-80D8802282F9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2294338673" sldId="258"/>
            <ac:picMk id="6" creationId="{82298D3C-EEE8-3DB2-5053-3830B53A95C4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1439990369" sldId="259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1439990369" sldId="259"/>
            <ac:spMk id="2" creationId="{92F024C7-2E75-9F73-D974-5BD24FF32244}"/>
          </ac:spMkLst>
        </pc:spChg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1439990369" sldId="259"/>
            <ac:spMk id="7" creationId="{48C9E012-DD8F-DCF1-F21E-BF39402772A6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1439990369" sldId="259"/>
            <ac:picMk id="6" creationId="{38B98F0F-2DAC-1A08-8E39-EE421DA33ECC}"/>
          </ac:picMkLst>
        </pc:pic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1439990369" sldId="259"/>
            <ac:picMk id="10" creationId="{7FCE278E-84C9-3BC2-F8B4-836EC18CF6DC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3775398521" sldId="260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3775398521" sldId="260"/>
            <ac:spMk id="7" creationId="{62DD1044-D619-7957-0092-79F0C6FC71C7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3775398521" sldId="260"/>
            <ac:picMk id="10" creationId="{C9064F64-5407-FAE4-74F7-5BBC5F281C17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3779808899" sldId="261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3779808899" sldId="261"/>
            <ac:spMk id="2" creationId="{A704D3C9-9BBD-B061-1A01-7D9B1CBF515A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3779808899" sldId="261"/>
            <ac:picMk id="5" creationId="{B0137960-86AA-ECAB-96E6-16E121E9F92A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3186465960" sldId="262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3186465960" sldId="262"/>
            <ac:spMk id="2" creationId="{049986FB-C94D-3803-6E8A-04256B44D0B8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3186465960" sldId="262"/>
            <ac:picMk id="5" creationId="{06995720-B7C0-A90D-6E6D-04787799348B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1260328938" sldId="263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1260328938" sldId="263"/>
            <ac:spMk id="2" creationId="{EEC4BF30-8BF1-AF7E-9090-9C60C78FA619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1260328938" sldId="263"/>
            <ac:picMk id="5" creationId="{677D3837-A056-0597-1FD7-2453CF0321E3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3766444085" sldId="264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3766444085" sldId="264"/>
            <ac:spMk id="2" creationId="{DE454EA8-EB2D-9EA4-6DB4-027717C75958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3766444085" sldId="264"/>
            <ac:picMk id="5" creationId="{AF619633-40F4-501D-1923-1B25B610FB20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1729420944" sldId="265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1729420944" sldId="265"/>
            <ac:spMk id="2" creationId="{6B152594-834D-4DFF-6EA6-4FDE9798D394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1729420944" sldId="265"/>
            <ac:picMk id="5" creationId="{828D2454-6700-0822-696B-E51A82452B73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1124646692" sldId="266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1124646692" sldId="266"/>
            <ac:spMk id="2" creationId="{F659559B-CCA9-1A0E-BC92-E9D0F43B1CEB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1124646692" sldId="266"/>
            <ac:picMk id="5" creationId="{1F7BBE40-CC38-5FA0-5412-0B9E11C942D9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2310019104" sldId="267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2310019104" sldId="267"/>
            <ac:spMk id="4" creationId="{8CD539A8-31E9-9AA0-70F3-B365BC2E8586}"/>
          </ac:spMkLst>
        </pc:spChg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2310019104" sldId="267"/>
            <ac:spMk id="6" creationId="{27FE3712-B03F-F566-9DEE-5258BCE38E29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2310019104" sldId="267"/>
            <ac:picMk id="8" creationId="{CBC75A9C-9FB4-BBBD-5444-9E91126E7F2B}"/>
          </ac:picMkLst>
        </pc:picChg>
      </pc:sldChg>
      <pc:sldChg chg="modSp">
        <pc:chgData name="Marcin Molitor" userId="565897c7-063a-4c0d-b24e-a93d3cac6f40" providerId="ADAL" clId="{2E28DE45-DA82-4453-BD66-7A3F7B9F679D}" dt="2025-12-14T21:55:38.532" v="2256"/>
        <pc:sldMkLst>
          <pc:docMk/>
          <pc:sldMk cId="544974166" sldId="268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544974166" sldId="268"/>
            <ac:spMk id="2" creationId="{D56BB3DA-3FC2-E4F4-623C-684B3D940774}"/>
          </ac:spMkLst>
        </pc:spChg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544974166" sldId="268"/>
            <ac:spMk id="4" creationId="{28D7459B-9032-A370-7AD3-F7D1E690F514}"/>
          </ac:spMkLst>
        </pc:spChg>
        <pc:picChg chg="mod">
          <ac:chgData name="Marcin Molitor" userId="565897c7-063a-4c0d-b24e-a93d3cac6f40" providerId="ADAL" clId="{2E28DE45-DA82-4453-BD66-7A3F7B9F679D}" dt="2025-12-14T21:55:38.532" v="2256"/>
          <ac:picMkLst>
            <pc:docMk/>
            <pc:sldMk cId="544974166" sldId="268"/>
            <ac:picMk id="6" creationId="{F2E57E37-B3F3-E308-4233-E431DC7AACC4}"/>
          </ac:picMkLst>
        </pc:picChg>
      </pc:sldChg>
      <pc:sldChg chg="delSp setBg delDesignElem">
        <pc:chgData name="Marcin Molitor" userId="565897c7-063a-4c0d-b24e-a93d3cac6f40" providerId="ADAL" clId="{2E28DE45-DA82-4453-BD66-7A3F7B9F679D}" dt="2025-12-14T21:55:33.562" v="2255"/>
        <pc:sldMkLst>
          <pc:docMk/>
          <pc:sldMk cId="2625896358" sldId="269"/>
        </pc:sldMkLst>
        <pc:spChg chg="del">
          <ac:chgData name="Marcin Molitor" userId="565897c7-063a-4c0d-b24e-a93d3cac6f40" providerId="ADAL" clId="{2E28DE45-DA82-4453-BD66-7A3F7B9F679D}" dt="2025-12-14T21:51:34.717" v="2226"/>
          <ac:spMkLst>
            <pc:docMk/>
            <pc:sldMk cId="2625896358" sldId="269"/>
            <ac:spMk id="11" creationId="{73C994B4-9721-4148-9EEC-6793CECDE8DD}"/>
          </ac:spMkLst>
        </pc:spChg>
        <pc:spChg chg="del">
          <ac:chgData name="Marcin Molitor" userId="565897c7-063a-4c0d-b24e-a93d3cac6f40" providerId="ADAL" clId="{2E28DE45-DA82-4453-BD66-7A3F7B9F679D}" dt="2025-12-14T21:51:34.717" v="2226"/>
          <ac:spMkLst>
            <pc:docMk/>
            <pc:sldMk cId="2625896358" sldId="269"/>
            <ac:spMk id="13" creationId="{F9D95E49-763A-4886-B038-82F734740554}"/>
          </ac:spMkLst>
        </pc:spChg>
        <pc:spChg chg="del">
          <ac:chgData name="Marcin Molitor" userId="565897c7-063a-4c0d-b24e-a93d3cac6f40" providerId="ADAL" clId="{2E28DE45-DA82-4453-BD66-7A3F7B9F679D}" dt="2025-12-14T21:51:34.717" v="2226"/>
          <ac:spMkLst>
            <pc:docMk/>
            <pc:sldMk cId="2625896358" sldId="269"/>
            <ac:spMk id="15" creationId="{405FF9F9-2976-47BF-9D5B-059E893A7663}"/>
          </ac:spMkLst>
        </pc:spChg>
        <pc:cxnChg chg="del">
          <ac:chgData name="Marcin Molitor" userId="565897c7-063a-4c0d-b24e-a93d3cac6f40" providerId="ADAL" clId="{2E28DE45-DA82-4453-BD66-7A3F7B9F679D}" dt="2025-12-14T21:51:34.717" v="2226"/>
          <ac:cxnSpMkLst>
            <pc:docMk/>
            <pc:sldMk cId="2625896358" sldId="269"/>
            <ac:cxnSpMk id="17" creationId="{BA0504EE-683F-4FE2-A169-83C71FAA35CB}"/>
          </ac:cxnSpMkLst>
        </pc:cxnChg>
        <pc:cxnChg chg="del">
          <ac:chgData name="Marcin Molitor" userId="565897c7-063a-4c0d-b24e-a93d3cac6f40" providerId="ADAL" clId="{2E28DE45-DA82-4453-BD66-7A3F7B9F679D}" dt="2025-12-14T21:51:34.717" v="2226"/>
          <ac:cxnSpMkLst>
            <pc:docMk/>
            <pc:sldMk cId="2625896358" sldId="269"/>
            <ac:cxnSpMk id="19" creationId="{80A61CFF-0E76-478B-B02B-73692D891E7C}"/>
          </ac:cxnSpMkLst>
        </pc:cxnChg>
      </pc:sldChg>
      <pc:sldChg chg="addSp delSp modSp mod setBg delDesignElem">
        <pc:chgData name="Marcin Molitor" userId="565897c7-063a-4c0d-b24e-a93d3cac6f40" providerId="ADAL" clId="{2E28DE45-DA82-4453-BD66-7A3F7B9F679D}" dt="2025-12-14T21:55:33.562" v="2255"/>
        <pc:sldMkLst>
          <pc:docMk/>
          <pc:sldMk cId="3259266152" sldId="270"/>
        </pc:sldMkLst>
        <pc:spChg chg="mod">
          <ac:chgData name="Marcin Molitor" userId="565897c7-063a-4c0d-b24e-a93d3cac6f40" providerId="ADAL" clId="{2E28DE45-DA82-4453-BD66-7A3F7B9F679D}" dt="2025-12-13T18:27:55.086" v="122" actId="26606"/>
          <ac:spMkLst>
            <pc:docMk/>
            <pc:sldMk cId="3259266152" sldId="270"/>
            <ac:spMk id="2" creationId="{6E8F05DB-338B-D91E-161C-E87A7F9CAA2A}"/>
          </ac:spMkLst>
        </pc:spChg>
        <pc:spChg chg="del">
          <ac:chgData name="Marcin Molitor" userId="565897c7-063a-4c0d-b24e-a93d3cac6f40" providerId="ADAL" clId="{2E28DE45-DA82-4453-BD66-7A3F7B9F679D}" dt="2025-12-13T18:27:52.084" v="119" actId="931"/>
          <ac:spMkLst>
            <pc:docMk/>
            <pc:sldMk cId="3259266152" sldId="270"/>
            <ac:spMk id="3" creationId="{323CF001-B0EB-CB0A-9845-0600D18D49D2}"/>
          </ac:spMkLst>
        </pc:spChg>
        <pc:spChg chg="mod">
          <ac:chgData name="Marcin Molitor" userId="565897c7-063a-4c0d-b24e-a93d3cac6f40" providerId="ADAL" clId="{2E28DE45-DA82-4453-BD66-7A3F7B9F679D}" dt="2025-12-13T18:27:55.086" v="122" actId="26606"/>
          <ac:spMkLst>
            <pc:docMk/>
            <pc:sldMk cId="3259266152" sldId="270"/>
            <ac:spMk id="4" creationId="{67AC62B3-1152-1556-154D-8B165968052E}"/>
          </ac:spMkLst>
        </pc:spChg>
        <pc:spChg chg="add del">
          <ac:chgData name="Marcin Molitor" userId="565897c7-063a-4c0d-b24e-a93d3cac6f40" providerId="ADAL" clId="{2E28DE45-DA82-4453-BD66-7A3F7B9F679D}" dt="2025-12-14T21:51:34.717" v="2226"/>
          <ac:spMkLst>
            <pc:docMk/>
            <pc:sldMk cId="3259266152" sldId="270"/>
            <ac:spMk id="11" creationId="{73C994B4-9721-4148-9EEC-6793CECDE8DD}"/>
          </ac:spMkLst>
        </pc:spChg>
        <pc:spChg chg="add del">
          <ac:chgData name="Marcin Molitor" userId="565897c7-063a-4c0d-b24e-a93d3cac6f40" providerId="ADAL" clId="{2E28DE45-DA82-4453-BD66-7A3F7B9F679D}" dt="2025-12-14T21:51:34.717" v="2226"/>
          <ac:spMkLst>
            <pc:docMk/>
            <pc:sldMk cId="3259266152" sldId="270"/>
            <ac:spMk id="13" creationId="{F9D95E49-763A-4886-B038-82F734740554}"/>
          </ac:spMkLst>
        </pc:spChg>
        <pc:spChg chg="add del">
          <ac:chgData name="Marcin Molitor" userId="565897c7-063a-4c0d-b24e-a93d3cac6f40" providerId="ADAL" clId="{2E28DE45-DA82-4453-BD66-7A3F7B9F679D}" dt="2025-12-14T21:51:34.717" v="2226"/>
          <ac:spMkLst>
            <pc:docMk/>
            <pc:sldMk cId="3259266152" sldId="270"/>
            <ac:spMk id="15" creationId="{405FF9F9-2976-47BF-9D5B-059E893A7663}"/>
          </ac:spMkLst>
        </pc:spChg>
        <pc:picChg chg="add mod">
          <ac:chgData name="Marcin Molitor" userId="565897c7-063a-4c0d-b24e-a93d3cac6f40" providerId="ADAL" clId="{2E28DE45-DA82-4453-BD66-7A3F7B9F679D}" dt="2025-12-13T18:27:55.086" v="122" actId="26606"/>
          <ac:picMkLst>
            <pc:docMk/>
            <pc:sldMk cId="3259266152" sldId="270"/>
            <ac:picMk id="6" creationId="{1B11B690-8DB9-8C68-8175-FC0C40A1080E}"/>
          </ac:picMkLst>
        </pc:picChg>
        <pc:cxnChg chg="add del">
          <ac:chgData name="Marcin Molitor" userId="565897c7-063a-4c0d-b24e-a93d3cac6f40" providerId="ADAL" clId="{2E28DE45-DA82-4453-BD66-7A3F7B9F679D}" dt="2025-12-14T21:51:34.717" v="2226"/>
          <ac:cxnSpMkLst>
            <pc:docMk/>
            <pc:sldMk cId="3259266152" sldId="270"/>
            <ac:cxnSpMk id="17" creationId="{BA0504EE-683F-4FE2-A169-83C71FAA35CB}"/>
          </ac:cxnSpMkLst>
        </pc:cxnChg>
        <pc:cxnChg chg="add del">
          <ac:chgData name="Marcin Molitor" userId="565897c7-063a-4c0d-b24e-a93d3cac6f40" providerId="ADAL" clId="{2E28DE45-DA82-4453-BD66-7A3F7B9F679D}" dt="2025-12-14T21:51:34.717" v="2226"/>
          <ac:cxnSpMkLst>
            <pc:docMk/>
            <pc:sldMk cId="3259266152" sldId="270"/>
            <ac:cxnSpMk id="19" creationId="{80A61CFF-0E76-478B-B02B-73692D891E7C}"/>
          </ac:cxnSpMkLst>
        </pc:cxnChg>
      </pc:sldChg>
      <pc:sldChg chg="addSp delSp modSp new mod">
        <pc:chgData name="Marcin Molitor" userId="565897c7-063a-4c0d-b24e-a93d3cac6f40" providerId="ADAL" clId="{2E28DE45-DA82-4453-BD66-7A3F7B9F679D}" dt="2025-12-14T21:55:38.532" v="2256"/>
        <pc:sldMkLst>
          <pc:docMk/>
          <pc:sldMk cId="3552155922" sldId="271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3552155922" sldId="271"/>
            <ac:spMk id="2" creationId="{954FB66F-464F-318E-A28B-A9CF322A4961}"/>
          </ac:spMkLst>
        </pc:spChg>
        <pc:spChg chg="del">
          <ac:chgData name="Marcin Molitor" userId="565897c7-063a-4c0d-b24e-a93d3cac6f40" providerId="ADAL" clId="{2E28DE45-DA82-4453-BD66-7A3F7B9F679D}" dt="2025-12-13T18:33:15.106" v="322" actId="931"/>
          <ac:spMkLst>
            <pc:docMk/>
            <pc:sldMk cId="3552155922" sldId="271"/>
            <ac:spMk id="3" creationId="{ED6B260B-86CD-075D-A577-2C27C2DF0668}"/>
          </ac:spMkLst>
        </pc:spChg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3552155922" sldId="271"/>
            <ac:spMk id="4" creationId="{7E6DE922-B4B6-E164-6BE0-186B30AC6C0E}"/>
          </ac:spMkLst>
        </pc:spChg>
        <pc:picChg chg="add mod">
          <ac:chgData name="Marcin Molitor" userId="565897c7-063a-4c0d-b24e-a93d3cac6f40" providerId="ADAL" clId="{2E28DE45-DA82-4453-BD66-7A3F7B9F679D}" dt="2025-12-14T21:55:38.532" v="2256"/>
          <ac:picMkLst>
            <pc:docMk/>
            <pc:sldMk cId="3552155922" sldId="271"/>
            <ac:picMk id="6" creationId="{E307BE76-615C-7782-FDA5-70FA2AF26948}"/>
          </ac:picMkLst>
        </pc:picChg>
      </pc:sldChg>
      <pc:sldChg chg="addSp delSp modSp new mod">
        <pc:chgData name="Marcin Molitor" userId="565897c7-063a-4c0d-b24e-a93d3cac6f40" providerId="ADAL" clId="{2E28DE45-DA82-4453-BD66-7A3F7B9F679D}" dt="2025-12-14T21:55:38.532" v="2256"/>
        <pc:sldMkLst>
          <pc:docMk/>
          <pc:sldMk cId="926172791" sldId="272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926172791" sldId="272"/>
            <ac:spMk id="2" creationId="{986C77E7-1580-9A15-4EE6-8DC9E00D4A54}"/>
          </ac:spMkLst>
        </pc:spChg>
        <pc:spChg chg="del">
          <ac:chgData name="Marcin Molitor" userId="565897c7-063a-4c0d-b24e-a93d3cac6f40" providerId="ADAL" clId="{2E28DE45-DA82-4453-BD66-7A3F7B9F679D}" dt="2025-12-13T18:40:03.424" v="619" actId="931"/>
          <ac:spMkLst>
            <pc:docMk/>
            <pc:sldMk cId="926172791" sldId="272"/>
            <ac:spMk id="3" creationId="{6A40A95A-A74C-0106-B549-5121FECA225C}"/>
          </ac:spMkLst>
        </pc:spChg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926172791" sldId="272"/>
            <ac:spMk id="4" creationId="{1A5814FC-0E2D-EFD6-8073-92FA417AF6FE}"/>
          </ac:spMkLst>
        </pc:spChg>
        <pc:picChg chg="add mod">
          <ac:chgData name="Marcin Molitor" userId="565897c7-063a-4c0d-b24e-a93d3cac6f40" providerId="ADAL" clId="{2E28DE45-DA82-4453-BD66-7A3F7B9F679D}" dt="2025-12-14T21:55:38.532" v="2256"/>
          <ac:picMkLst>
            <pc:docMk/>
            <pc:sldMk cId="926172791" sldId="272"/>
            <ac:picMk id="6" creationId="{B3E90823-CC1E-A9D7-6179-C9B4616A57D7}"/>
          </ac:picMkLst>
        </pc:picChg>
      </pc:sldChg>
      <pc:sldChg chg="addSp delSp modSp new mod">
        <pc:chgData name="Marcin Molitor" userId="565897c7-063a-4c0d-b24e-a93d3cac6f40" providerId="ADAL" clId="{2E28DE45-DA82-4453-BD66-7A3F7B9F679D}" dt="2025-12-14T21:55:38.532" v="2256"/>
        <pc:sldMkLst>
          <pc:docMk/>
          <pc:sldMk cId="3064662360" sldId="273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3064662360" sldId="273"/>
            <ac:spMk id="2" creationId="{CC7125F0-3C66-9DAB-135D-43DB187B08DC}"/>
          </ac:spMkLst>
        </pc:spChg>
        <pc:spChg chg="del">
          <ac:chgData name="Marcin Molitor" userId="565897c7-063a-4c0d-b24e-a93d3cac6f40" providerId="ADAL" clId="{2E28DE45-DA82-4453-BD66-7A3F7B9F679D}" dt="2025-12-13T18:48:19.086" v="911" actId="931"/>
          <ac:spMkLst>
            <pc:docMk/>
            <pc:sldMk cId="3064662360" sldId="273"/>
            <ac:spMk id="3" creationId="{20410B83-76D1-2486-8214-D7B8EE6EE353}"/>
          </ac:spMkLst>
        </pc:spChg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3064662360" sldId="273"/>
            <ac:spMk id="4" creationId="{64AB9BF8-F09A-C9A9-A5AF-9BFDB03729AB}"/>
          </ac:spMkLst>
        </pc:spChg>
        <pc:picChg chg="add mod">
          <ac:chgData name="Marcin Molitor" userId="565897c7-063a-4c0d-b24e-a93d3cac6f40" providerId="ADAL" clId="{2E28DE45-DA82-4453-BD66-7A3F7B9F679D}" dt="2025-12-14T21:55:38.532" v="2256"/>
          <ac:picMkLst>
            <pc:docMk/>
            <pc:sldMk cId="3064662360" sldId="273"/>
            <ac:picMk id="6" creationId="{57495B52-F23E-9D73-54E2-F69068C18EBD}"/>
          </ac:picMkLst>
        </pc:picChg>
        <pc:picChg chg="add del">
          <ac:chgData name="Marcin Molitor" userId="565897c7-063a-4c0d-b24e-a93d3cac6f40" providerId="ADAL" clId="{2E28DE45-DA82-4453-BD66-7A3F7B9F679D}" dt="2025-12-13T18:48:32.645" v="915" actId="22"/>
          <ac:picMkLst>
            <pc:docMk/>
            <pc:sldMk cId="3064662360" sldId="273"/>
            <ac:picMk id="8" creationId="{53FC6A5E-0A91-97DE-11F7-1085C76BA3F5}"/>
          </ac:picMkLst>
        </pc:picChg>
        <pc:picChg chg="add mod">
          <ac:chgData name="Marcin Molitor" userId="565897c7-063a-4c0d-b24e-a93d3cac6f40" providerId="ADAL" clId="{2E28DE45-DA82-4453-BD66-7A3F7B9F679D}" dt="2025-12-13T18:49:05.341" v="923" actId="1076"/>
          <ac:picMkLst>
            <pc:docMk/>
            <pc:sldMk cId="3064662360" sldId="273"/>
            <ac:picMk id="10" creationId="{3B6EABA5-BF61-9160-51AB-E6B996B540D9}"/>
          </ac:picMkLst>
        </pc:picChg>
      </pc:sldChg>
      <pc:sldChg chg="addSp delSp modSp new mod modClrScheme chgLayout">
        <pc:chgData name="Marcin Molitor" userId="565897c7-063a-4c0d-b24e-a93d3cac6f40" providerId="ADAL" clId="{2E28DE45-DA82-4453-BD66-7A3F7B9F679D}" dt="2025-12-14T21:55:38.532" v="2256"/>
        <pc:sldMkLst>
          <pc:docMk/>
          <pc:sldMk cId="2918095232" sldId="274"/>
        </pc:sldMkLst>
        <pc:spChg chg="mod ord">
          <ac:chgData name="Marcin Molitor" userId="565897c7-063a-4c0d-b24e-a93d3cac6f40" providerId="ADAL" clId="{2E28DE45-DA82-4453-BD66-7A3F7B9F679D}" dt="2025-12-14T21:55:38.532" v="2256"/>
          <ac:spMkLst>
            <pc:docMk/>
            <pc:sldMk cId="2918095232" sldId="274"/>
            <ac:spMk id="2" creationId="{D898A35E-F45F-5918-CA83-6A9592324D87}"/>
          </ac:spMkLst>
        </pc:spChg>
        <pc:spChg chg="del mod ord">
          <ac:chgData name="Marcin Molitor" userId="565897c7-063a-4c0d-b24e-a93d3cac6f40" providerId="ADAL" clId="{2E28DE45-DA82-4453-BD66-7A3F7B9F679D}" dt="2025-12-13T18:52:46.440" v="1010" actId="700"/>
          <ac:spMkLst>
            <pc:docMk/>
            <pc:sldMk cId="2918095232" sldId="274"/>
            <ac:spMk id="3" creationId="{07094782-98AF-EE06-C526-4B3834CA32CA}"/>
          </ac:spMkLst>
        </pc:spChg>
        <pc:spChg chg="del">
          <ac:chgData name="Marcin Molitor" userId="565897c7-063a-4c0d-b24e-a93d3cac6f40" providerId="ADAL" clId="{2E28DE45-DA82-4453-BD66-7A3F7B9F679D}" dt="2025-12-13T18:52:46.440" v="1010" actId="700"/>
          <ac:spMkLst>
            <pc:docMk/>
            <pc:sldMk cId="2918095232" sldId="274"/>
            <ac:spMk id="4" creationId="{5A17F0B2-E306-CB63-679E-DFBE35B19D1C}"/>
          </ac:spMkLst>
        </pc:spChg>
        <pc:spChg chg="add del mod ord">
          <ac:chgData name="Marcin Molitor" userId="565897c7-063a-4c0d-b24e-a93d3cac6f40" providerId="ADAL" clId="{2E28DE45-DA82-4453-BD66-7A3F7B9F679D}" dt="2025-12-13T18:53:10.336" v="1011" actId="931"/>
          <ac:spMkLst>
            <pc:docMk/>
            <pc:sldMk cId="2918095232" sldId="274"/>
            <ac:spMk id="5" creationId="{A88AF698-F064-3B87-70A4-2A8B74450B64}"/>
          </ac:spMkLst>
        </pc:spChg>
        <pc:picChg chg="add mod">
          <ac:chgData name="Marcin Molitor" userId="565897c7-063a-4c0d-b24e-a93d3cac6f40" providerId="ADAL" clId="{2E28DE45-DA82-4453-BD66-7A3F7B9F679D}" dt="2025-12-14T21:55:38.532" v="2256"/>
          <ac:picMkLst>
            <pc:docMk/>
            <pc:sldMk cId="2918095232" sldId="274"/>
            <ac:picMk id="7" creationId="{28C43E50-AF5D-9C4E-651F-E56C728E91AB}"/>
          </ac:picMkLst>
        </pc:picChg>
      </pc:sldChg>
      <pc:sldChg chg="addSp delSp modSp new mod modClrScheme chgLayout">
        <pc:chgData name="Marcin Molitor" userId="565897c7-063a-4c0d-b24e-a93d3cac6f40" providerId="ADAL" clId="{2E28DE45-DA82-4453-BD66-7A3F7B9F679D}" dt="2025-12-14T21:55:38.532" v="2256"/>
        <pc:sldMkLst>
          <pc:docMk/>
          <pc:sldMk cId="3144552641" sldId="275"/>
        </pc:sldMkLst>
        <pc:spChg chg="del mod ord">
          <ac:chgData name="Marcin Molitor" userId="565897c7-063a-4c0d-b24e-a93d3cac6f40" providerId="ADAL" clId="{2E28DE45-DA82-4453-BD66-7A3F7B9F679D}" dt="2025-12-13T19:54:01.313" v="1015" actId="700"/>
          <ac:spMkLst>
            <pc:docMk/>
            <pc:sldMk cId="3144552641" sldId="275"/>
            <ac:spMk id="2" creationId="{2F2929E6-35EC-1002-1644-A44D1E091971}"/>
          </ac:spMkLst>
        </pc:spChg>
        <pc:spChg chg="del mod ord">
          <ac:chgData name="Marcin Molitor" userId="565897c7-063a-4c0d-b24e-a93d3cac6f40" providerId="ADAL" clId="{2E28DE45-DA82-4453-BD66-7A3F7B9F679D}" dt="2025-12-13T19:54:01.313" v="1015" actId="700"/>
          <ac:spMkLst>
            <pc:docMk/>
            <pc:sldMk cId="3144552641" sldId="275"/>
            <ac:spMk id="3" creationId="{A450AE93-AE04-1F3B-89EA-652E0BC91690}"/>
          </ac:spMkLst>
        </pc:spChg>
        <pc:spChg chg="add mod ord">
          <ac:chgData name="Marcin Molitor" userId="565897c7-063a-4c0d-b24e-a93d3cac6f40" providerId="ADAL" clId="{2E28DE45-DA82-4453-BD66-7A3F7B9F679D}" dt="2025-12-14T21:55:38.532" v="2256"/>
          <ac:spMkLst>
            <pc:docMk/>
            <pc:sldMk cId="3144552641" sldId="275"/>
            <ac:spMk id="4" creationId="{BAA724D8-82B1-E0C8-E3C2-387B98E36BD4}"/>
          </ac:spMkLst>
        </pc:spChg>
        <pc:spChg chg="add del mod ord">
          <ac:chgData name="Marcin Molitor" userId="565897c7-063a-4c0d-b24e-a93d3cac6f40" providerId="ADAL" clId="{2E28DE45-DA82-4453-BD66-7A3F7B9F679D}" dt="2025-12-13T20:00:00.465" v="1319" actId="931"/>
          <ac:spMkLst>
            <pc:docMk/>
            <pc:sldMk cId="3144552641" sldId="275"/>
            <ac:spMk id="5" creationId="{05DB819F-9746-CB0E-53AF-1C142DB204A0}"/>
          </ac:spMkLst>
        </pc:spChg>
        <pc:spChg chg="add mod ord">
          <ac:chgData name="Marcin Molitor" userId="565897c7-063a-4c0d-b24e-a93d3cac6f40" providerId="ADAL" clId="{2E28DE45-DA82-4453-BD66-7A3F7B9F679D}" dt="2025-12-14T21:55:38.532" v="2256"/>
          <ac:spMkLst>
            <pc:docMk/>
            <pc:sldMk cId="3144552641" sldId="275"/>
            <ac:spMk id="6" creationId="{8ECC9E95-4EBD-2511-4F68-8D7E2A2B1F3E}"/>
          </ac:spMkLst>
        </pc:spChg>
        <pc:picChg chg="add mod">
          <ac:chgData name="Marcin Molitor" userId="565897c7-063a-4c0d-b24e-a93d3cac6f40" providerId="ADAL" clId="{2E28DE45-DA82-4453-BD66-7A3F7B9F679D}" dt="2025-12-14T21:55:38.532" v="2256"/>
          <ac:picMkLst>
            <pc:docMk/>
            <pc:sldMk cId="3144552641" sldId="275"/>
            <ac:picMk id="8" creationId="{75882CDC-3E3F-8192-8BD9-74F1038E0197}"/>
          </ac:picMkLst>
        </pc:picChg>
      </pc:sldChg>
      <pc:sldChg chg="addSp delSp modSp new mod modClrScheme chgLayout">
        <pc:chgData name="Marcin Molitor" userId="565897c7-063a-4c0d-b24e-a93d3cac6f40" providerId="ADAL" clId="{2E28DE45-DA82-4453-BD66-7A3F7B9F679D}" dt="2025-12-14T21:55:38.532" v="2256"/>
        <pc:sldMkLst>
          <pc:docMk/>
          <pc:sldMk cId="3912735751" sldId="276"/>
        </pc:sldMkLst>
        <pc:spChg chg="mod ord">
          <ac:chgData name="Marcin Molitor" userId="565897c7-063a-4c0d-b24e-a93d3cac6f40" providerId="ADAL" clId="{2E28DE45-DA82-4453-BD66-7A3F7B9F679D}" dt="2025-12-14T21:55:38.532" v="2256"/>
          <ac:spMkLst>
            <pc:docMk/>
            <pc:sldMk cId="3912735751" sldId="276"/>
            <ac:spMk id="2" creationId="{7A6E89A7-AA6B-819E-C81F-65580F69D58C}"/>
          </ac:spMkLst>
        </pc:spChg>
        <pc:spChg chg="del mod ord">
          <ac:chgData name="Marcin Molitor" userId="565897c7-063a-4c0d-b24e-a93d3cac6f40" providerId="ADAL" clId="{2E28DE45-DA82-4453-BD66-7A3F7B9F679D}" dt="2025-12-13T20:02:27.216" v="1340" actId="700"/>
          <ac:spMkLst>
            <pc:docMk/>
            <pc:sldMk cId="3912735751" sldId="276"/>
            <ac:spMk id="3" creationId="{63742F6E-F95E-5FB4-7944-CB6D77026466}"/>
          </ac:spMkLst>
        </pc:spChg>
        <pc:spChg chg="del">
          <ac:chgData name="Marcin Molitor" userId="565897c7-063a-4c0d-b24e-a93d3cac6f40" providerId="ADAL" clId="{2E28DE45-DA82-4453-BD66-7A3F7B9F679D}" dt="2025-12-13T20:02:27.216" v="1340" actId="700"/>
          <ac:spMkLst>
            <pc:docMk/>
            <pc:sldMk cId="3912735751" sldId="276"/>
            <ac:spMk id="4" creationId="{23F8D114-8E69-5E52-B30E-A6F49BF4BDF7}"/>
          </ac:spMkLst>
        </pc:spChg>
        <pc:spChg chg="add del mod ord">
          <ac:chgData name="Marcin Molitor" userId="565897c7-063a-4c0d-b24e-a93d3cac6f40" providerId="ADAL" clId="{2E28DE45-DA82-4453-BD66-7A3F7B9F679D}" dt="2025-12-13T20:02:31.795" v="1341" actId="931"/>
          <ac:spMkLst>
            <pc:docMk/>
            <pc:sldMk cId="3912735751" sldId="276"/>
            <ac:spMk id="5" creationId="{D0A6A018-DD15-A46F-E1F8-0D61607337AA}"/>
          </ac:spMkLst>
        </pc:spChg>
        <pc:picChg chg="add mod">
          <ac:chgData name="Marcin Molitor" userId="565897c7-063a-4c0d-b24e-a93d3cac6f40" providerId="ADAL" clId="{2E28DE45-DA82-4453-BD66-7A3F7B9F679D}" dt="2025-12-14T21:55:38.532" v="2256"/>
          <ac:picMkLst>
            <pc:docMk/>
            <pc:sldMk cId="3912735751" sldId="276"/>
            <ac:picMk id="7" creationId="{35BDE37E-85CC-0ED5-4242-00F9940E7076}"/>
          </ac:picMkLst>
        </pc:picChg>
      </pc:sldChg>
      <pc:sldChg chg="addSp delSp modSp new mod">
        <pc:chgData name="Marcin Molitor" userId="565897c7-063a-4c0d-b24e-a93d3cac6f40" providerId="ADAL" clId="{2E28DE45-DA82-4453-BD66-7A3F7B9F679D}" dt="2025-12-14T21:55:38.532" v="2256"/>
        <pc:sldMkLst>
          <pc:docMk/>
          <pc:sldMk cId="3407081580" sldId="277"/>
        </pc:sldMkLst>
        <pc:spChg chg="mod">
          <ac:chgData name="Marcin Molitor" userId="565897c7-063a-4c0d-b24e-a93d3cac6f40" providerId="ADAL" clId="{2E28DE45-DA82-4453-BD66-7A3F7B9F679D}" dt="2025-12-14T21:55:38.532" v="2256"/>
          <ac:spMkLst>
            <pc:docMk/>
            <pc:sldMk cId="3407081580" sldId="277"/>
            <ac:spMk id="2" creationId="{D5973BB8-1696-30CA-0D47-F6D74B3521F0}"/>
          </ac:spMkLst>
        </pc:spChg>
        <pc:spChg chg="del">
          <ac:chgData name="Marcin Molitor" userId="565897c7-063a-4c0d-b24e-a93d3cac6f40" providerId="ADAL" clId="{2E28DE45-DA82-4453-BD66-7A3F7B9F679D}" dt="2025-12-13T20:06:52.086" v="1358" actId="931"/>
          <ac:spMkLst>
            <pc:docMk/>
            <pc:sldMk cId="3407081580" sldId="277"/>
            <ac:spMk id="3" creationId="{0B866755-A26D-0296-BC1D-B3B2ABE1B573}"/>
          </ac:spMkLst>
        </pc:spChg>
        <pc:picChg chg="add mod">
          <ac:chgData name="Marcin Molitor" userId="565897c7-063a-4c0d-b24e-a93d3cac6f40" providerId="ADAL" clId="{2E28DE45-DA82-4453-BD66-7A3F7B9F679D}" dt="2025-12-14T21:55:38.532" v="2256"/>
          <ac:picMkLst>
            <pc:docMk/>
            <pc:sldMk cId="3407081580" sldId="277"/>
            <ac:picMk id="5" creationId="{CB1F4FD0-73EA-21D6-FC01-04AC119F7003}"/>
          </ac:picMkLst>
        </pc:picChg>
      </pc:sldChg>
      <pc:sldChg chg="addSp delSp modSp new mod setBg modClrScheme delDesignElem chgLayout">
        <pc:chgData name="Marcin Molitor" userId="565897c7-063a-4c0d-b24e-a93d3cac6f40" providerId="ADAL" clId="{2E28DE45-DA82-4453-BD66-7A3F7B9F679D}" dt="2025-12-14T21:55:33.562" v="2255"/>
        <pc:sldMkLst>
          <pc:docMk/>
          <pc:sldMk cId="2479904694" sldId="278"/>
        </pc:sldMkLst>
        <pc:spChg chg="del mod ord">
          <ac:chgData name="Marcin Molitor" userId="565897c7-063a-4c0d-b24e-a93d3cac6f40" providerId="ADAL" clId="{2E28DE45-DA82-4453-BD66-7A3F7B9F679D}" dt="2025-12-13T20:07:34.747" v="1362" actId="700"/>
          <ac:spMkLst>
            <pc:docMk/>
            <pc:sldMk cId="2479904694" sldId="278"/>
            <ac:spMk id="2" creationId="{FD174EC8-04F3-ECCB-F1DD-CF25DBFD9912}"/>
          </ac:spMkLst>
        </pc:spChg>
        <pc:spChg chg="del mod ord">
          <ac:chgData name="Marcin Molitor" userId="565897c7-063a-4c0d-b24e-a93d3cac6f40" providerId="ADAL" clId="{2E28DE45-DA82-4453-BD66-7A3F7B9F679D}" dt="2025-12-13T20:07:34.747" v="1362" actId="700"/>
          <ac:spMkLst>
            <pc:docMk/>
            <pc:sldMk cId="2479904694" sldId="278"/>
            <ac:spMk id="3" creationId="{EC07C0B2-A057-B15B-4C11-7039B882B37A}"/>
          </ac:spMkLst>
        </pc:spChg>
        <pc:spChg chg="add mod ord">
          <ac:chgData name="Marcin Molitor" userId="565897c7-063a-4c0d-b24e-a93d3cac6f40" providerId="ADAL" clId="{2E28DE45-DA82-4453-BD66-7A3F7B9F679D}" dt="2025-12-13T20:10:44.283" v="1518" actId="26606"/>
          <ac:spMkLst>
            <pc:docMk/>
            <pc:sldMk cId="2479904694" sldId="278"/>
            <ac:spMk id="4" creationId="{11B633AF-7C15-8540-58FC-0192F65BC81C}"/>
          </ac:spMkLst>
        </pc:spChg>
        <pc:spChg chg="add del mod ord">
          <ac:chgData name="Marcin Molitor" userId="565897c7-063a-4c0d-b24e-a93d3cac6f40" providerId="ADAL" clId="{2E28DE45-DA82-4453-BD66-7A3F7B9F679D}" dt="2025-12-13T20:10:39.845" v="1517" actId="931"/>
          <ac:spMkLst>
            <pc:docMk/>
            <pc:sldMk cId="2479904694" sldId="278"/>
            <ac:spMk id="5" creationId="{4E561D8E-4049-F80C-0DF3-54579196AA49}"/>
          </ac:spMkLst>
        </pc:spChg>
        <pc:spChg chg="add mod ord">
          <ac:chgData name="Marcin Molitor" userId="565897c7-063a-4c0d-b24e-a93d3cac6f40" providerId="ADAL" clId="{2E28DE45-DA82-4453-BD66-7A3F7B9F679D}" dt="2025-12-14T21:53:45.653" v="2240"/>
          <ac:spMkLst>
            <pc:docMk/>
            <pc:sldMk cId="2479904694" sldId="278"/>
            <ac:spMk id="6" creationId="{D8F52214-FCB4-1D83-2E33-3AE7029B37C5}"/>
          </ac:spMkLst>
        </pc:spChg>
        <pc:picChg chg="add mod">
          <ac:chgData name="Marcin Molitor" userId="565897c7-063a-4c0d-b24e-a93d3cac6f40" providerId="ADAL" clId="{2E28DE45-DA82-4453-BD66-7A3F7B9F679D}" dt="2025-12-13T20:10:44.283" v="1518" actId="26606"/>
          <ac:picMkLst>
            <pc:docMk/>
            <pc:sldMk cId="2479904694" sldId="278"/>
            <ac:picMk id="8" creationId="{A0F7097C-BE7F-5710-9618-975AB1A81160}"/>
          </ac:picMkLst>
        </pc:picChg>
        <pc:cxnChg chg="add del">
          <ac:chgData name="Marcin Molitor" userId="565897c7-063a-4c0d-b24e-a93d3cac6f40" providerId="ADAL" clId="{2E28DE45-DA82-4453-BD66-7A3F7B9F679D}" dt="2025-12-14T21:51:34.717" v="2226"/>
          <ac:cxnSpMkLst>
            <pc:docMk/>
            <pc:sldMk cId="2479904694" sldId="278"/>
            <ac:cxnSpMk id="13" creationId="{B7952C56-EE0E-C94A-9A44-E17DD73E845D}"/>
          </ac:cxnSpMkLst>
        </pc:cxnChg>
      </pc:sldChg>
      <pc:sldChg chg="addSp delSp modSp new mod modClrScheme chgLayout">
        <pc:chgData name="Marcin Molitor" userId="565897c7-063a-4c0d-b24e-a93d3cac6f40" providerId="ADAL" clId="{2E28DE45-DA82-4453-BD66-7A3F7B9F679D}" dt="2025-12-14T21:55:38.532" v="2256"/>
        <pc:sldMkLst>
          <pc:docMk/>
          <pc:sldMk cId="2956893049" sldId="279"/>
        </pc:sldMkLst>
        <pc:spChg chg="del mod ord">
          <ac:chgData name="Marcin Molitor" userId="565897c7-063a-4c0d-b24e-a93d3cac6f40" providerId="ADAL" clId="{2E28DE45-DA82-4453-BD66-7A3F7B9F679D}" dt="2025-12-13T20:14:47.780" v="1619" actId="700"/>
          <ac:spMkLst>
            <pc:docMk/>
            <pc:sldMk cId="2956893049" sldId="279"/>
            <ac:spMk id="2" creationId="{DCF12C47-A971-325C-95B2-793D69DBC49D}"/>
          </ac:spMkLst>
        </pc:spChg>
        <pc:spChg chg="del mod ord">
          <ac:chgData name="Marcin Molitor" userId="565897c7-063a-4c0d-b24e-a93d3cac6f40" providerId="ADAL" clId="{2E28DE45-DA82-4453-BD66-7A3F7B9F679D}" dt="2025-12-13T20:14:47.780" v="1619" actId="700"/>
          <ac:spMkLst>
            <pc:docMk/>
            <pc:sldMk cId="2956893049" sldId="279"/>
            <ac:spMk id="3" creationId="{679E70DA-AB03-F780-CFB8-F063126E7BDB}"/>
          </ac:spMkLst>
        </pc:spChg>
        <pc:spChg chg="del">
          <ac:chgData name="Marcin Molitor" userId="565897c7-063a-4c0d-b24e-a93d3cac6f40" providerId="ADAL" clId="{2E28DE45-DA82-4453-BD66-7A3F7B9F679D}" dt="2025-12-13T20:14:47.780" v="1619" actId="700"/>
          <ac:spMkLst>
            <pc:docMk/>
            <pc:sldMk cId="2956893049" sldId="279"/>
            <ac:spMk id="4" creationId="{15072452-8E4D-D77C-2FCB-8B80430BF290}"/>
          </ac:spMkLst>
        </pc:spChg>
        <pc:spChg chg="add mod ord">
          <ac:chgData name="Marcin Molitor" userId="565897c7-063a-4c0d-b24e-a93d3cac6f40" providerId="ADAL" clId="{2E28DE45-DA82-4453-BD66-7A3F7B9F679D}" dt="2025-12-14T21:55:38.532" v="2256"/>
          <ac:spMkLst>
            <pc:docMk/>
            <pc:sldMk cId="2956893049" sldId="279"/>
            <ac:spMk id="5" creationId="{F3E13C50-DC33-A53F-22EB-D0B118FDFAC3}"/>
          </ac:spMkLst>
        </pc:spChg>
        <pc:spChg chg="add del mod ord">
          <ac:chgData name="Marcin Molitor" userId="565897c7-063a-4c0d-b24e-a93d3cac6f40" providerId="ADAL" clId="{2E28DE45-DA82-4453-BD66-7A3F7B9F679D}" dt="2025-12-13T20:15:17.931" v="1638" actId="931"/>
          <ac:spMkLst>
            <pc:docMk/>
            <pc:sldMk cId="2956893049" sldId="279"/>
            <ac:spMk id="6" creationId="{A4F02DEE-28B9-831F-CCEE-D62B14ED0358}"/>
          </ac:spMkLst>
        </pc:spChg>
        <pc:picChg chg="add mod">
          <ac:chgData name="Marcin Molitor" userId="565897c7-063a-4c0d-b24e-a93d3cac6f40" providerId="ADAL" clId="{2E28DE45-DA82-4453-BD66-7A3F7B9F679D}" dt="2025-12-14T21:55:38.532" v="2256"/>
          <ac:picMkLst>
            <pc:docMk/>
            <pc:sldMk cId="2956893049" sldId="279"/>
            <ac:picMk id="8" creationId="{8DF264F0-CF1F-16BB-6829-B21A0E701BF3}"/>
          </ac:picMkLst>
        </pc:picChg>
      </pc:sldChg>
      <pc:sldChg chg="addSp delSp modSp new mod modClrScheme chgLayout">
        <pc:chgData name="Marcin Molitor" userId="565897c7-063a-4c0d-b24e-a93d3cac6f40" providerId="ADAL" clId="{2E28DE45-DA82-4453-BD66-7A3F7B9F679D}" dt="2025-12-14T21:55:38.532" v="2256"/>
        <pc:sldMkLst>
          <pc:docMk/>
          <pc:sldMk cId="428933916" sldId="280"/>
        </pc:sldMkLst>
        <pc:spChg chg="mod ord">
          <ac:chgData name="Marcin Molitor" userId="565897c7-063a-4c0d-b24e-a93d3cac6f40" providerId="ADAL" clId="{2E28DE45-DA82-4453-BD66-7A3F7B9F679D}" dt="2025-12-14T21:55:38.532" v="2256"/>
          <ac:spMkLst>
            <pc:docMk/>
            <pc:sldMk cId="428933916" sldId="280"/>
            <ac:spMk id="2" creationId="{13F850E4-FF28-3712-939D-1DBB91547759}"/>
          </ac:spMkLst>
        </pc:spChg>
        <pc:spChg chg="del mod ord">
          <ac:chgData name="Marcin Molitor" userId="565897c7-063a-4c0d-b24e-a93d3cac6f40" providerId="ADAL" clId="{2E28DE45-DA82-4453-BD66-7A3F7B9F679D}" dt="2025-12-13T20:16:03.672" v="1645" actId="700"/>
          <ac:spMkLst>
            <pc:docMk/>
            <pc:sldMk cId="428933916" sldId="280"/>
            <ac:spMk id="3" creationId="{4CDCC2CE-C63B-547F-E687-4868EE74DDBD}"/>
          </ac:spMkLst>
        </pc:spChg>
        <pc:spChg chg="add del mod ord">
          <ac:chgData name="Marcin Molitor" userId="565897c7-063a-4c0d-b24e-a93d3cac6f40" providerId="ADAL" clId="{2E28DE45-DA82-4453-BD66-7A3F7B9F679D}" dt="2025-12-13T20:18:16.389" v="1803" actId="931"/>
          <ac:spMkLst>
            <pc:docMk/>
            <pc:sldMk cId="428933916" sldId="280"/>
            <ac:spMk id="4" creationId="{FA85D9E7-4C71-461D-CB70-B81CC9EF6C5B}"/>
          </ac:spMkLst>
        </pc:spChg>
        <pc:spChg chg="add mod ord">
          <ac:chgData name="Marcin Molitor" userId="565897c7-063a-4c0d-b24e-a93d3cac6f40" providerId="ADAL" clId="{2E28DE45-DA82-4453-BD66-7A3F7B9F679D}" dt="2025-12-14T21:55:38.532" v="2256"/>
          <ac:spMkLst>
            <pc:docMk/>
            <pc:sldMk cId="428933916" sldId="280"/>
            <ac:spMk id="5" creationId="{ECDC8555-5AA7-115B-1615-5E087F3EDDBE}"/>
          </ac:spMkLst>
        </pc:spChg>
        <pc:picChg chg="add mod">
          <ac:chgData name="Marcin Molitor" userId="565897c7-063a-4c0d-b24e-a93d3cac6f40" providerId="ADAL" clId="{2E28DE45-DA82-4453-BD66-7A3F7B9F679D}" dt="2025-12-13T20:18:26.990" v="1806" actId="1076"/>
          <ac:picMkLst>
            <pc:docMk/>
            <pc:sldMk cId="428933916" sldId="280"/>
            <ac:picMk id="7" creationId="{C8ECD197-09FA-4192-A996-05EBFF732CF6}"/>
          </ac:picMkLst>
        </pc:picChg>
      </pc:sldChg>
      <pc:sldChg chg="addSp delSp modSp new mod modClrScheme chgLayout">
        <pc:chgData name="Marcin Molitor" userId="565897c7-063a-4c0d-b24e-a93d3cac6f40" providerId="ADAL" clId="{2E28DE45-DA82-4453-BD66-7A3F7B9F679D}" dt="2025-12-14T21:55:38.532" v="2256"/>
        <pc:sldMkLst>
          <pc:docMk/>
          <pc:sldMk cId="3916451197" sldId="281"/>
        </pc:sldMkLst>
        <pc:spChg chg="mod ord">
          <ac:chgData name="Marcin Molitor" userId="565897c7-063a-4c0d-b24e-a93d3cac6f40" providerId="ADAL" clId="{2E28DE45-DA82-4453-BD66-7A3F7B9F679D}" dt="2025-12-14T21:55:38.532" v="2256"/>
          <ac:spMkLst>
            <pc:docMk/>
            <pc:sldMk cId="3916451197" sldId="281"/>
            <ac:spMk id="2" creationId="{519489A1-577F-A60C-6E3D-B437C72E2022}"/>
          </ac:spMkLst>
        </pc:spChg>
        <pc:spChg chg="del mod ord">
          <ac:chgData name="Marcin Molitor" userId="565897c7-063a-4c0d-b24e-a93d3cac6f40" providerId="ADAL" clId="{2E28DE45-DA82-4453-BD66-7A3F7B9F679D}" dt="2025-12-13T20:18:39.652" v="1812" actId="700"/>
          <ac:spMkLst>
            <pc:docMk/>
            <pc:sldMk cId="3916451197" sldId="281"/>
            <ac:spMk id="3" creationId="{0E0F7E1D-2CF5-A1CE-27DD-19C38BAB106D}"/>
          </ac:spMkLst>
        </pc:spChg>
        <pc:spChg chg="del">
          <ac:chgData name="Marcin Molitor" userId="565897c7-063a-4c0d-b24e-a93d3cac6f40" providerId="ADAL" clId="{2E28DE45-DA82-4453-BD66-7A3F7B9F679D}" dt="2025-12-13T20:18:39.652" v="1812" actId="700"/>
          <ac:spMkLst>
            <pc:docMk/>
            <pc:sldMk cId="3916451197" sldId="281"/>
            <ac:spMk id="4" creationId="{A736A016-B335-3D55-F76A-BFA90BFD4E1F}"/>
          </ac:spMkLst>
        </pc:spChg>
        <pc:spChg chg="add del mod ord">
          <ac:chgData name="Marcin Molitor" userId="565897c7-063a-4c0d-b24e-a93d3cac6f40" providerId="ADAL" clId="{2E28DE45-DA82-4453-BD66-7A3F7B9F679D}" dt="2025-12-13T20:18:44.344" v="1813" actId="931"/>
          <ac:spMkLst>
            <pc:docMk/>
            <pc:sldMk cId="3916451197" sldId="281"/>
            <ac:spMk id="5" creationId="{B9FEBB54-DDE4-BC7A-8271-8F774D82355C}"/>
          </ac:spMkLst>
        </pc:spChg>
        <pc:picChg chg="add mod">
          <ac:chgData name="Marcin Molitor" userId="565897c7-063a-4c0d-b24e-a93d3cac6f40" providerId="ADAL" clId="{2E28DE45-DA82-4453-BD66-7A3F7B9F679D}" dt="2025-12-14T21:55:38.532" v="2256"/>
          <ac:picMkLst>
            <pc:docMk/>
            <pc:sldMk cId="3916451197" sldId="281"/>
            <ac:picMk id="7" creationId="{A58C72FE-B39F-170D-1932-21153E24C4C0}"/>
          </ac:picMkLst>
        </pc:picChg>
      </pc:sldChg>
      <pc:sldChg chg="addSp delSp modSp new mod modClrScheme chgLayout">
        <pc:chgData name="Marcin Molitor" userId="565897c7-063a-4c0d-b24e-a93d3cac6f40" providerId="ADAL" clId="{2E28DE45-DA82-4453-BD66-7A3F7B9F679D}" dt="2025-12-14T21:55:38.532" v="2256"/>
        <pc:sldMkLst>
          <pc:docMk/>
          <pc:sldMk cId="1206780477" sldId="282"/>
        </pc:sldMkLst>
        <pc:spChg chg="mod ord">
          <ac:chgData name="Marcin Molitor" userId="565897c7-063a-4c0d-b24e-a93d3cac6f40" providerId="ADAL" clId="{2E28DE45-DA82-4453-BD66-7A3F7B9F679D}" dt="2025-12-14T21:55:38.532" v="2256"/>
          <ac:spMkLst>
            <pc:docMk/>
            <pc:sldMk cId="1206780477" sldId="282"/>
            <ac:spMk id="2" creationId="{9FADFB76-751E-34C6-149F-8EF41D8C3760}"/>
          </ac:spMkLst>
        </pc:spChg>
        <pc:spChg chg="del mod ord">
          <ac:chgData name="Marcin Molitor" userId="565897c7-063a-4c0d-b24e-a93d3cac6f40" providerId="ADAL" clId="{2E28DE45-DA82-4453-BD66-7A3F7B9F679D}" dt="2025-12-13T20:21:59.518" v="2041" actId="700"/>
          <ac:spMkLst>
            <pc:docMk/>
            <pc:sldMk cId="1206780477" sldId="282"/>
            <ac:spMk id="3" creationId="{36A12DFF-ECEE-6852-F56D-BBA43E7B48B8}"/>
          </ac:spMkLst>
        </pc:spChg>
        <pc:spChg chg="add del mod ord">
          <ac:chgData name="Marcin Molitor" userId="565897c7-063a-4c0d-b24e-a93d3cac6f40" providerId="ADAL" clId="{2E28DE45-DA82-4453-BD66-7A3F7B9F679D}" dt="2025-12-13T20:25:10.980" v="2088" actId="931"/>
          <ac:spMkLst>
            <pc:docMk/>
            <pc:sldMk cId="1206780477" sldId="282"/>
            <ac:spMk id="4" creationId="{8F77859F-01BE-40D2-41F2-EA1C68D6CFA6}"/>
          </ac:spMkLst>
        </pc:spChg>
        <pc:spChg chg="add mod ord">
          <ac:chgData name="Marcin Molitor" userId="565897c7-063a-4c0d-b24e-a93d3cac6f40" providerId="ADAL" clId="{2E28DE45-DA82-4453-BD66-7A3F7B9F679D}" dt="2025-12-14T21:55:38.532" v="2256"/>
          <ac:spMkLst>
            <pc:docMk/>
            <pc:sldMk cId="1206780477" sldId="282"/>
            <ac:spMk id="5" creationId="{A62F8EC9-DAF3-9F49-3D5D-44A5CE2D3FEF}"/>
          </ac:spMkLst>
        </pc:spChg>
        <pc:picChg chg="add mod ord">
          <ac:chgData name="Marcin Molitor" userId="565897c7-063a-4c0d-b24e-a93d3cac6f40" providerId="ADAL" clId="{2E28DE45-DA82-4453-BD66-7A3F7B9F679D}" dt="2025-12-14T21:55:38.532" v="2256"/>
          <ac:picMkLst>
            <pc:docMk/>
            <pc:sldMk cId="1206780477" sldId="282"/>
            <ac:picMk id="7" creationId="{28A57010-218D-6633-6F40-E005263003E5}"/>
          </ac:picMkLst>
        </pc:picChg>
        <pc:picChg chg="add mod">
          <ac:chgData name="Marcin Molitor" userId="565897c7-063a-4c0d-b24e-a93d3cac6f40" providerId="ADAL" clId="{2E28DE45-DA82-4453-BD66-7A3F7B9F679D}" dt="2025-12-13T20:28:36.157" v="2187" actId="1076"/>
          <ac:picMkLst>
            <pc:docMk/>
            <pc:sldMk cId="1206780477" sldId="282"/>
            <ac:picMk id="9" creationId="{BA659DCE-75F9-091D-1E7D-D5AFD72A8FA2}"/>
          </ac:picMkLst>
        </pc:picChg>
      </pc:sldChg>
      <pc:sldMasterChg chg="setBg">
        <pc:chgData name="Marcin Molitor" userId="565897c7-063a-4c0d-b24e-a93d3cac6f40" providerId="ADAL" clId="{2E28DE45-DA82-4453-BD66-7A3F7B9F679D}" dt="2025-12-14T21:55:33.562" v="2255"/>
        <pc:sldMasterMkLst>
          <pc:docMk/>
          <pc:sldMasterMk cId="10552136" sldId="214748370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5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8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9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8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6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9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0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47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18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B35200E-8A37-420F-8BB7-3D5B30AC5D5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23005C6-0899-4AE8-8408-614FD8D4C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1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A604F-CFD1-E83B-9631-21ABCA24CE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Symulacja ognia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FE752-E965-F7AF-87B0-5E55ECDAE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22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5D594-334C-8074-7DD8-C3C03D6A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Nieściśliwość</a:t>
            </a:r>
          </a:p>
        </p:txBody>
      </p:sp>
      <p:pic>
        <p:nvPicPr>
          <p:cNvPr id="6" name="Picture Placeholder 5" descr="A truck with a gas pump&#10;&#10;AI-generated content may be incorrect.">
            <a:extLst>
              <a:ext uri="{FF2B5EF4-FFF2-40B4-BE49-F238E27FC236}">
                <a16:creationId xmlns:a16="http://schemas.microsoft.com/office/drawing/2014/main" id="{57B1E38A-DB17-E423-06AC-559B166C4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333" y="987425"/>
            <a:ext cx="3227910" cy="4873625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F0AAE-2963-D419-C1B9-28C323A0C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Zakładamy nieściśliwość.</a:t>
            </a:r>
          </a:p>
          <a:p>
            <a:r>
              <a:rPr lang="en-US" sz="2000"/>
              <a:t>Woda jest dobrym przykładem (niemalże)</a:t>
            </a:r>
            <a:endParaRPr lang="pl-PL" sz="2000"/>
          </a:p>
          <a:p>
            <a:r>
              <a:rPr lang="pl-PL" sz="2000"/>
              <a:t>	nacisk 10.000 N -&gt; 3%</a:t>
            </a:r>
          </a:p>
          <a:p>
            <a:endParaRPr lang="en-US" sz="200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0" name="Picture 9" descr="A blue cylinder with a black handle&#10;&#10;AI-generated content may be incorrect.">
            <a:extLst>
              <a:ext uri="{FF2B5EF4-FFF2-40B4-BE49-F238E27FC236}">
                <a16:creationId xmlns:a16="http://schemas.microsoft.com/office/drawing/2014/main" id="{811D53F5-BBC2-F027-0986-908BDF2EB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179" y="4160018"/>
            <a:ext cx="886524" cy="170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62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2E7E-5BB8-27D8-0899-2E9EF6A11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Zakładamy nielepkość</a:t>
            </a:r>
            <a:endParaRPr lang="en-US" dirty="0"/>
          </a:p>
        </p:txBody>
      </p:sp>
      <p:pic>
        <p:nvPicPr>
          <p:cNvPr id="6" name="Picture Placeholder 5" descr="A glass of water and a honey dipper&#10;&#10;AI-generated content may be incorrect.">
            <a:extLst>
              <a:ext uri="{FF2B5EF4-FFF2-40B4-BE49-F238E27FC236}">
                <a16:creationId xmlns:a16="http://schemas.microsoft.com/office/drawing/2014/main" id="{82298D3C-EEE8-3DB2-5053-3830B53A95C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1" r="11561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95215-6EF3-D3C2-0267-80D880228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W skrócie zerowy opór wewnętrzny na ścianie</a:t>
            </a:r>
          </a:p>
          <a:p>
            <a:r>
              <a:rPr lang="pl-PL" dirty="0"/>
              <a:t>Po lewej brak lepkości, po prawej lepki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3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24C7-2E75-9F73-D974-5BD24FF3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Ciesz jako pole prędkości na siatce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FAFC7-3274-F34C-5963-6237245F2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783771"/>
            <a:ext cx="5157787" cy="1105319"/>
          </a:xfrm>
        </p:spPr>
        <p:txBody>
          <a:bodyPr/>
          <a:lstStyle/>
          <a:p>
            <a:r>
              <a:rPr lang="pl-PL" dirty="0"/>
              <a:t>Prędkość to wektor 2d </a:t>
            </a:r>
            <a:endParaRPr lang="en-US" dirty="0"/>
          </a:p>
        </p:txBody>
      </p:sp>
      <p:pic>
        <p:nvPicPr>
          <p:cNvPr id="6" name="Picture Placeholder 5" descr="A grid with arrows and lines&#10;&#10;AI-generated content may be incorrect.">
            <a:extLst>
              <a:ext uri="{FF2B5EF4-FFF2-40B4-BE49-F238E27FC236}">
                <a16:creationId xmlns:a16="http://schemas.microsoft.com/office/drawing/2014/main" id="{38B98F0F-2DAC-1A08-8E39-EE421DA33E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355" y="2505075"/>
            <a:ext cx="4168652" cy="368458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C9E012-DD8F-DCF1-F21E-BF3940277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 descr="A grid with arrows and lines&#10;&#10;AI-generated content may be incorrect.">
            <a:extLst>
              <a:ext uri="{FF2B5EF4-FFF2-40B4-BE49-F238E27FC236}">
                <a16:creationId xmlns:a16="http://schemas.microsoft.com/office/drawing/2014/main" id="{7FCE278E-84C9-3BC2-F8B4-836EC18CF6D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310" y="2505075"/>
            <a:ext cx="4228967" cy="3684588"/>
          </a:xfrm>
        </p:spPr>
      </p:pic>
    </p:spTree>
    <p:extLst>
      <p:ext uri="{BB962C8B-B14F-4D97-AF65-F5344CB8AC3E}">
        <p14:creationId xmlns:p14="http://schemas.microsoft.com/office/powerpoint/2010/main" val="1439990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2DD1044-D619-7957-0092-79F0C6FC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Algorytm</a:t>
            </a:r>
            <a:endParaRPr lang="en-US" dirty="0"/>
          </a:p>
        </p:txBody>
      </p:sp>
      <p:pic>
        <p:nvPicPr>
          <p:cNvPr id="10" name="Content Placeholder 9" descr="A blue rectangular buttons with white text&#10;&#10;AI-generated content may be incorrect.">
            <a:extLst>
              <a:ext uri="{FF2B5EF4-FFF2-40B4-BE49-F238E27FC236}">
                <a16:creationId xmlns:a16="http://schemas.microsoft.com/office/drawing/2014/main" id="{C9064F64-5407-FAE4-74F7-5BBC5F281C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0912"/>
            <a:ext cx="10515600" cy="4200763"/>
          </a:xfrm>
        </p:spPr>
      </p:pic>
    </p:spTree>
    <p:extLst>
      <p:ext uri="{BB962C8B-B14F-4D97-AF65-F5344CB8AC3E}">
        <p14:creationId xmlns:p14="http://schemas.microsoft.com/office/powerpoint/2010/main" val="377539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D3C9-9BBD-B061-1A01-7D9B1CBF5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Krok pierwszy</a:t>
            </a:r>
            <a:endParaRPr lang="en-US" dirty="0"/>
          </a:p>
        </p:txBody>
      </p:sp>
      <p:pic>
        <p:nvPicPr>
          <p:cNvPr id="5" name="Content Placeholder 4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B0137960-86AA-ECAB-96E6-16E121E9F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99" y="1825625"/>
            <a:ext cx="9830801" cy="4351338"/>
          </a:xfrm>
        </p:spPr>
      </p:pic>
    </p:spTree>
    <p:extLst>
      <p:ext uri="{BB962C8B-B14F-4D97-AF65-F5344CB8AC3E}">
        <p14:creationId xmlns:p14="http://schemas.microsoft.com/office/powerpoint/2010/main" val="3779808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86FB-C94D-3803-6E8A-04256B44D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2 krok</a:t>
            </a:r>
            <a:endParaRPr lang="en-US" dirty="0"/>
          </a:p>
        </p:txBody>
      </p:sp>
      <p:pic>
        <p:nvPicPr>
          <p:cNvPr id="5" name="Content Placeholder 4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06995720-B7C0-A90D-6E6D-047877993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507" y="1825625"/>
            <a:ext cx="9036986" cy="4351338"/>
          </a:xfrm>
        </p:spPr>
      </p:pic>
    </p:spTree>
    <p:extLst>
      <p:ext uri="{BB962C8B-B14F-4D97-AF65-F5344CB8AC3E}">
        <p14:creationId xmlns:p14="http://schemas.microsoft.com/office/powerpoint/2010/main" val="318646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4BF30-8BF1-AF7E-9090-9C60C78F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 zmusić nieściśliwość</a:t>
            </a:r>
            <a:endParaRPr lang="en-US" dirty="0"/>
          </a:p>
        </p:txBody>
      </p:sp>
      <p:pic>
        <p:nvPicPr>
          <p:cNvPr id="5" name="Content Placeholder 4" descr="A diagram of a diagram of a flow&#10;&#10;AI-generated content may be incorrect.">
            <a:extLst>
              <a:ext uri="{FF2B5EF4-FFF2-40B4-BE49-F238E27FC236}">
                <a16:creationId xmlns:a16="http://schemas.microsoft.com/office/drawing/2014/main" id="{677D3837-A056-0597-1FD7-2453CF032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679" y="1825625"/>
            <a:ext cx="9326641" cy="4351338"/>
          </a:xfrm>
        </p:spPr>
      </p:pic>
    </p:spTree>
    <p:extLst>
      <p:ext uri="{BB962C8B-B14F-4D97-AF65-F5344CB8AC3E}">
        <p14:creationId xmlns:p14="http://schemas.microsoft.com/office/powerpoint/2010/main" val="126032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4EA8-EB2D-9EA4-6DB4-027717C75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Jak zmusić nieściśliwość</a:t>
            </a:r>
            <a:endParaRPr lang="en-US" dirty="0"/>
          </a:p>
        </p:txBody>
      </p:sp>
      <p:pic>
        <p:nvPicPr>
          <p:cNvPr id="5" name="Content Placeholder 4" descr="A blue rectangular with white text&#10;&#10;AI-generated content may be incorrect.">
            <a:extLst>
              <a:ext uri="{FF2B5EF4-FFF2-40B4-BE49-F238E27FC236}">
                <a16:creationId xmlns:a16="http://schemas.microsoft.com/office/drawing/2014/main" id="{AF619633-40F4-501D-1923-1B25B610F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5" y="1825625"/>
            <a:ext cx="10205990" cy="4351338"/>
          </a:xfrm>
        </p:spPr>
      </p:pic>
    </p:spTree>
    <p:extLst>
      <p:ext uri="{BB962C8B-B14F-4D97-AF65-F5344CB8AC3E}">
        <p14:creationId xmlns:p14="http://schemas.microsoft.com/office/powerpoint/2010/main" val="3766444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2594-834D-4DFF-6EA6-4FDE9798D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Ściany</a:t>
            </a:r>
            <a:endParaRPr lang="en-US" dirty="0"/>
          </a:p>
        </p:txBody>
      </p:sp>
      <p:pic>
        <p:nvPicPr>
          <p:cNvPr id="5" name="Content Placeholder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828D2454-6700-0822-696B-E51A82452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2099"/>
            <a:ext cx="10515600" cy="4218389"/>
          </a:xfrm>
        </p:spPr>
      </p:pic>
    </p:spTree>
    <p:extLst>
      <p:ext uri="{BB962C8B-B14F-4D97-AF65-F5344CB8AC3E}">
        <p14:creationId xmlns:p14="http://schemas.microsoft.com/office/powerpoint/2010/main" val="1729420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559B-CCA9-1A0E-BC92-E9D0F43B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Konkretne rozwiązanie</a:t>
            </a:r>
            <a:endParaRPr lang="en-US" dirty="0"/>
          </a:p>
        </p:txBody>
      </p:sp>
      <p:pic>
        <p:nvPicPr>
          <p:cNvPr id="5" name="Content Placeholder 4" descr="A blue square with white text and arrows&#10;&#10;AI-generated content may be incorrect.">
            <a:extLst>
              <a:ext uri="{FF2B5EF4-FFF2-40B4-BE49-F238E27FC236}">
                <a16:creationId xmlns:a16="http://schemas.microsoft.com/office/drawing/2014/main" id="{1F7BBE40-CC38-5FA0-5412-0B9E11C94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19" y="1825625"/>
            <a:ext cx="10427762" cy="4351338"/>
          </a:xfrm>
        </p:spPr>
      </p:pic>
    </p:spTree>
    <p:extLst>
      <p:ext uri="{BB962C8B-B14F-4D97-AF65-F5344CB8AC3E}">
        <p14:creationId xmlns:p14="http://schemas.microsoft.com/office/powerpoint/2010/main" val="1124646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D539A8-31E9-9AA0-70F3-B365BC2E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Siatka</a:t>
            </a:r>
            <a:endParaRPr lang="en-US" dirty="0"/>
          </a:p>
        </p:txBody>
      </p:sp>
      <p:pic>
        <p:nvPicPr>
          <p:cNvPr id="8" name="Content Placeholder 7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CBC75A9C-9FB4-BBBD-5444-9E91126E7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101709"/>
            <a:ext cx="6172200" cy="4645057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FE3712-B03F-F566-9DEE-5258BCE3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Metoda Gaussa-</a:t>
            </a:r>
            <a:r>
              <a:rPr lang="pl-PL" dirty="0" err="1"/>
              <a:t>Seidela</a:t>
            </a:r>
            <a:r>
              <a:rPr lang="pl-PL" dirty="0"/>
              <a:t>.</a:t>
            </a:r>
          </a:p>
          <a:p>
            <a:r>
              <a:rPr lang="pl-PL" dirty="0"/>
              <a:t>Trzeba tylko uważać na brzegi (można dodać komórki o wartościach s=0).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19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B3DA-3FC2-E4F4-623C-684B3D94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Ciśnienie</a:t>
            </a:r>
            <a:endParaRPr lang="en-US" dirty="0"/>
          </a:p>
        </p:txBody>
      </p:sp>
      <p:pic>
        <p:nvPicPr>
          <p:cNvPr id="6" name="Content Placeholder 5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2E57E37-B3F3-E308-4233-E431DC7AA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040" y="987425"/>
            <a:ext cx="6030495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7459B-9032-A370-7AD3-F7D1E690F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Jest to dodatkowa informacja (niepotrzebne do przeprowadzenia symulacji).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974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EB08-F813-DF76-9012-DB1EFF9D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898" y="3388098"/>
            <a:ext cx="5068315" cy="25731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Overrelaxation</a:t>
            </a:r>
          </a:p>
        </p:txBody>
      </p:sp>
      <p:pic>
        <p:nvPicPr>
          <p:cNvPr id="6" name="Content Placeholder 5" descr="A blue rectangular sign with white text&#10;&#10;AI-generated content may be incorrect.">
            <a:extLst>
              <a:ext uri="{FF2B5EF4-FFF2-40B4-BE49-F238E27FC236}">
                <a16:creationId xmlns:a16="http://schemas.microsoft.com/office/drawing/2014/main" id="{EFAE5B9E-994F-49A3-ED3E-D17B88C9D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324" y="1199292"/>
            <a:ext cx="9887662" cy="200225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F11BE-B5F2-08E2-3729-3FF355330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9595" y="3388097"/>
            <a:ext cx="5411525" cy="25731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/>
              <a:t>Gauss-Seidel </a:t>
            </a:r>
            <a:r>
              <a:rPr lang="en-US" sz="1800" dirty="0" err="1"/>
              <a:t>prosty</a:t>
            </a:r>
            <a:r>
              <a:rPr lang="en-US" sz="1800" dirty="0"/>
              <a:t> do </a:t>
            </a:r>
            <a:r>
              <a:rPr lang="en-US" sz="1800" dirty="0" err="1"/>
              <a:t>implementacji</a:t>
            </a:r>
            <a:endParaRPr lang="en-US" sz="18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Potrzebuje</a:t>
            </a:r>
            <a:r>
              <a:rPr lang="en-US" sz="1800" dirty="0"/>
              <a:t> </a:t>
            </a:r>
            <a:r>
              <a:rPr lang="en-US" sz="1800" dirty="0" err="1"/>
              <a:t>sporo</a:t>
            </a:r>
            <a:r>
              <a:rPr lang="en-US" sz="1800" dirty="0"/>
              <a:t> </a:t>
            </a:r>
            <a:r>
              <a:rPr lang="en-US" sz="1800" dirty="0" err="1"/>
              <a:t>iteracji</a:t>
            </a:r>
            <a:endParaRPr lang="en-US" sz="18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/>
              <a:t>Aby </a:t>
            </a:r>
            <a:r>
              <a:rPr lang="en-US" sz="1800" dirty="0" err="1"/>
              <a:t>przyśpieszyć</a:t>
            </a:r>
            <a:r>
              <a:rPr lang="en-US" sz="1800" dirty="0"/>
              <a:t> </a:t>
            </a:r>
            <a:r>
              <a:rPr lang="en-US" sz="1800" dirty="0" err="1"/>
              <a:t>stosujemy</a:t>
            </a:r>
            <a:r>
              <a:rPr lang="en-US" sz="1800" dirty="0"/>
              <a:t> </a:t>
            </a:r>
            <a:r>
              <a:rPr lang="en-US" sz="1800" dirty="0" err="1"/>
              <a:t>metode</a:t>
            </a:r>
            <a:r>
              <a:rPr lang="en-US" sz="1800" dirty="0"/>
              <a:t>: overrelaxation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Jedyne</a:t>
            </a:r>
            <a:r>
              <a:rPr lang="en-US" sz="1800" dirty="0"/>
              <a:t> co </a:t>
            </a:r>
            <a:r>
              <a:rPr lang="en-US" sz="1800" dirty="0" err="1"/>
              <a:t>musimy</a:t>
            </a:r>
            <a:r>
              <a:rPr lang="en-US" sz="1800" dirty="0"/>
              <a:t> </a:t>
            </a:r>
            <a:r>
              <a:rPr lang="en-US" sz="1800" dirty="0" err="1"/>
              <a:t>zrobić</a:t>
            </a:r>
            <a:r>
              <a:rPr lang="en-US" sz="1800" dirty="0"/>
              <a:t>, to </a:t>
            </a:r>
            <a:r>
              <a:rPr lang="en-US" sz="1800" dirty="0" err="1"/>
              <a:t>pomnożyć</a:t>
            </a:r>
            <a:r>
              <a:rPr lang="en-US" sz="1800" dirty="0"/>
              <a:t> d </a:t>
            </a:r>
            <a:r>
              <a:rPr lang="en-US" sz="1800" dirty="0" err="1"/>
              <a:t>przez</a:t>
            </a:r>
            <a:r>
              <a:rPr lang="en-US" sz="1800" dirty="0"/>
              <a:t> </a:t>
            </a:r>
            <a:r>
              <a:rPr lang="en-US" sz="1800" dirty="0" err="1"/>
              <a:t>stałą</a:t>
            </a:r>
            <a:r>
              <a:rPr lang="en-US" sz="1800" dirty="0"/>
              <a:t> </a:t>
            </a:r>
            <a:r>
              <a:rPr lang="en-US" sz="1800" dirty="0" err="1"/>
              <a:t>wartość</a:t>
            </a:r>
            <a:r>
              <a:rPr lang="en-US" sz="1800" dirty="0"/>
              <a:t> z </a:t>
            </a:r>
            <a:r>
              <a:rPr lang="en-US" sz="1800" dirty="0" err="1"/>
              <a:t>zakresu</a:t>
            </a:r>
            <a:r>
              <a:rPr lang="en-US" sz="1800" dirty="0"/>
              <a:t> (1, 2)</a:t>
            </a:r>
            <a:endParaRPr lang="pl-PL" sz="18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pl-PL" sz="1800" dirty="0"/>
              <a:t>Im większa wartość, tym lepiej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25896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F05DB-338B-D91E-161C-E87A7F9CA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898" y="3388098"/>
            <a:ext cx="5068315" cy="25731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 krok</a:t>
            </a:r>
          </a:p>
        </p:txBody>
      </p:sp>
      <p:pic>
        <p:nvPicPr>
          <p:cNvPr id="6" name="Content Placeholder 5" descr="A diagram of a moving particle&#10;&#10;AI-generated content may be incorrect.">
            <a:extLst>
              <a:ext uri="{FF2B5EF4-FFF2-40B4-BE49-F238E27FC236}">
                <a16:creationId xmlns:a16="http://schemas.microsoft.com/office/drawing/2014/main" id="{1B11B690-8DB9-8C68-8175-FC0C40A10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470" y="0"/>
            <a:ext cx="8955369" cy="320154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C62B3-1152-1556-154D-8B1659680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9595" y="3388097"/>
            <a:ext cx="5411525" cy="25731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W naturze prędkość jest zawarta w atomach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Atomy się przemieszczaj, gdy komórki są w spoczynku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Więc musimy przemieszczać prędkości w naszej siatce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59266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B66F-464F-318E-A28B-A9CF322A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Przemieszczanie	</a:t>
            </a:r>
            <a:endParaRPr lang="en-US" dirty="0"/>
          </a:p>
        </p:txBody>
      </p:sp>
      <p:pic>
        <p:nvPicPr>
          <p:cNvPr id="6" name="Content Placeholder 5" descr="A diagram of a graph&#10;&#10;AI-generated content may be incorrect.">
            <a:extLst>
              <a:ext uri="{FF2B5EF4-FFF2-40B4-BE49-F238E27FC236}">
                <a16:creationId xmlns:a16="http://schemas.microsoft.com/office/drawing/2014/main" id="{E307BE76-615C-7782-FDA5-70FA2AF26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322" y="987425"/>
            <a:ext cx="4917931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DE922-B4B6-E164-6BE0-186B30AC6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Najprostszą metodą jest przejście       	</a:t>
            </a:r>
            <a:r>
              <a:rPr lang="pl-PL" dirty="0" err="1"/>
              <a:t>Semi</a:t>
            </a:r>
            <a:r>
              <a:rPr lang="pl-PL" dirty="0"/>
              <a:t>-Lagrangian</a:t>
            </a:r>
          </a:p>
          <a:p>
            <a:r>
              <a:rPr lang="pl-PL" dirty="0"/>
              <a:t>Przykład z wartością na 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Aby zmienić wartość przyśpieszenia na x z komórki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Który atom przemieścił się, gdzie jest nasza komórka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Ustalamy nową wartość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55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77E7-1580-9A15-4EE6-8DC9E00D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Semi</a:t>
            </a:r>
            <a:r>
              <a:rPr lang="pl-PL" dirty="0"/>
              <a:t>-Lagrangian</a:t>
            </a:r>
            <a:endParaRPr lang="en-US" dirty="0"/>
          </a:p>
        </p:txBody>
      </p:sp>
      <p:pic>
        <p:nvPicPr>
          <p:cNvPr id="6" name="Content Placeholder 5" descr="A graph of a line with a dotted line and a dotted line&#10;&#10;AI-generated content may be incorrect.">
            <a:extLst>
              <a:ext uri="{FF2B5EF4-FFF2-40B4-BE49-F238E27FC236}">
                <a16:creationId xmlns:a16="http://schemas.microsoft.com/office/drawing/2014/main" id="{B3E90823-CC1E-A9D7-6179-C9B4616A5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779" y="987425"/>
            <a:ext cx="5051017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5814FC-0E2D-EFD6-8073-92FA417AF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Jak zbadać wcześniejszą lokalizacje cząstki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Wyznaczamy wektor 2d w naszej komórce (tam gdzie jest 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Wyznaczamy poprzednią lokalizacje z wzoru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Zakładamy prostą drogę (to może być przyczyną wielu błędów, aby poprawić można zastosować ograniczenie wirowości).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172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25F0-3C66-9DAB-135D-43DB187B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Wyznaczenie wektora</a:t>
            </a:r>
            <a:endParaRPr lang="en-US" dirty="0"/>
          </a:p>
        </p:txBody>
      </p:sp>
      <p:pic>
        <p:nvPicPr>
          <p:cNvPr id="6" name="Content Placeholder 5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57495B52-F23E-9D73-54E2-F69068C18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332896"/>
            <a:ext cx="6172200" cy="418268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B9BF8-F09A-C9A9-A5AF-9BFDB0372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Aby wyznaczyć wartość naszego wektora v w naszej komórce: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Musimy wyznaczyć dodatkową wartość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Jest to po prostu średnia z sąsiednich</a:t>
            </a:r>
          </a:p>
        </p:txBody>
      </p:sp>
      <p:pic>
        <p:nvPicPr>
          <p:cNvPr id="10" name="Picture 9" descr="A math equations with a plus and vi&#10;&#10;AI-generated content may be incorrect.">
            <a:extLst>
              <a:ext uri="{FF2B5EF4-FFF2-40B4-BE49-F238E27FC236}">
                <a16:creationId xmlns:a16="http://schemas.microsoft.com/office/drawing/2014/main" id="{3B6EABA5-BF61-9160-51AB-E6B996B54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0" y="3104149"/>
            <a:ext cx="4748432" cy="64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62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A35E-F45F-5918-CA83-6A959232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Co zrobić jak się „cofniemy”</a:t>
            </a:r>
            <a:endParaRPr lang="en-US" dirty="0"/>
          </a:p>
        </p:txBody>
      </p:sp>
      <p:pic>
        <p:nvPicPr>
          <p:cNvPr id="7" name="Content Placeholder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28C43E50-AF5D-9C4E-651F-E56C728E9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761" y="1825625"/>
            <a:ext cx="9276478" cy="4351338"/>
          </a:xfrm>
        </p:spPr>
      </p:pic>
    </p:spTree>
    <p:extLst>
      <p:ext uri="{BB962C8B-B14F-4D97-AF65-F5344CB8AC3E}">
        <p14:creationId xmlns:p14="http://schemas.microsoft.com/office/powerpoint/2010/main" val="2918095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724D8-82B1-E0C8-E3C2-387B98E3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Dym</a:t>
            </a:r>
            <a:endParaRPr lang="en-US" dirty="0"/>
          </a:p>
        </p:txBody>
      </p:sp>
      <p:pic>
        <p:nvPicPr>
          <p:cNvPr id="8" name="Content Placeholder 7" descr="A graph of a mathematical equation&#10;&#10;AI-generated content may be incorrect.">
            <a:extLst>
              <a:ext uri="{FF2B5EF4-FFF2-40B4-BE49-F238E27FC236}">
                <a16:creationId xmlns:a16="http://schemas.microsoft.com/office/drawing/2014/main" id="{75882CDC-3E3F-8192-8BD9-74F1038E0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898311"/>
            <a:ext cx="6172200" cy="3051852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CC9E95-4EBD-2511-4F68-8D7E2A2B1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Trzymamy wartość „gęstości” w środku każdej komórki.</a:t>
            </a:r>
          </a:p>
          <a:p>
            <a:r>
              <a:rPr lang="pl-PL" dirty="0"/>
              <a:t>Chcemy policzyć wartość gęstości na pozycji x.</a:t>
            </a:r>
          </a:p>
          <a:p>
            <a:r>
              <a:rPr lang="pl-PL" dirty="0"/>
              <a:t>Powtarzamy algorytm z prędkością, ale pamiętamy, że gęstość jest w środku komórki, a nie na środku ścianek.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552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E89A7-AA6B-819E-C81F-65580F69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Fire</a:t>
            </a:r>
            <a:r>
              <a:rPr lang="pl-PL" dirty="0"/>
              <a:t> </a:t>
            </a:r>
            <a:r>
              <a:rPr lang="pl-PL" dirty="0" err="1"/>
              <a:t>Simulation</a:t>
            </a:r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BDE37E-85CC-0ED5-4242-00F9940E7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699" y="1825625"/>
            <a:ext cx="9882602" cy="4351338"/>
          </a:xfrm>
        </p:spPr>
      </p:pic>
    </p:spTree>
    <p:extLst>
      <p:ext uri="{BB962C8B-B14F-4D97-AF65-F5344CB8AC3E}">
        <p14:creationId xmlns:p14="http://schemas.microsoft.com/office/powerpoint/2010/main" val="3912735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3BB8-1696-30CA-0D47-F6D74B352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Temperatura</a:t>
            </a:r>
            <a:endParaRPr lang="en-US" dirty="0"/>
          </a:p>
        </p:txBody>
      </p:sp>
      <p:pic>
        <p:nvPicPr>
          <p:cNvPr id="5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CB1F4FD0-73EA-21D6-FC01-04AC119F7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76869"/>
            <a:ext cx="10515600" cy="3248849"/>
          </a:xfrm>
        </p:spPr>
      </p:pic>
    </p:spTree>
    <p:extLst>
      <p:ext uri="{BB962C8B-B14F-4D97-AF65-F5344CB8AC3E}">
        <p14:creationId xmlns:p14="http://schemas.microsoft.com/office/powerpoint/2010/main" val="3407081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B633AF-7C15-8540-58FC-0192F65B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167167"/>
            <a:ext cx="4229100" cy="22554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Temp. w czasie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F7097C-BE7F-5710-9618-975AB1A81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22" y="1676060"/>
            <a:ext cx="10459156" cy="78443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F52214-FCB4-1D83-2E33-3AE7029B3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87844" y="3854885"/>
            <a:ext cx="5365955" cy="238455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W </a:t>
            </a:r>
            <a:r>
              <a:rPr lang="en-US" sz="2000" dirty="0" err="1"/>
              <a:t>każdym</a:t>
            </a:r>
            <a:r>
              <a:rPr lang="en-US" sz="2000" dirty="0"/>
              <a:t> </a:t>
            </a:r>
            <a:r>
              <a:rPr lang="en-US" sz="2000" dirty="0" err="1"/>
              <a:t>kroku</a:t>
            </a:r>
            <a:r>
              <a:rPr lang="en-US" sz="2000" dirty="0"/>
              <a:t> </a:t>
            </a:r>
            <a:r>
              <a:rPr lang="en-US" sz="2000" dirty="0" err="1"/>
              <a:t>czasowym</a:t>
            </a:r>
            <a:r>
              <a:rPr lang="en-US" sz="2000" dirty="0"/>
              <a:t>: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W „fire sources” </a:t>
            </a:r>
            <a:r>
              <a:rPr lang="en-US" sz="2000" dirty="0" err="1"/>
              <a:t>zmieniamy</a:t>
            </a:r>
            <a:r>
              <a:rPr lang="en-US" sz="2000" dirty="0"/>
              <a:t> </a:t>
            </a:r>
            <a:r>
              <a:rPr lang="en-US" sz="2000" dirty="0" err="1"/>
              <a:t>wartość</a:t>
            </a:r>
            <a:r>
              <a:rPr lang="en-US" sz="2000" dirty="0"/>
              <a:t> T </a:t>
            </a:r>
            <a:r>
              <a:rPr lang="en-US" sz="2000" dirty="0" err="1"/>
              <a:t>na</a:t>
            </a:r>
            <a:r>
              <a:rPr lang="en-US" sz="2000" dirty="0"/>
              <a:t> 1.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Zmniejszamy</a:t>
            </a:r>
            <a:r>
              <a:rPr lang="en-US" sz="2000" dirty="0"/>
              <a:t> </a:t>
            </a:r>
            <a:r>
              <a:rPr lang="en-US" sz="2000" dirty="0" err="1"/>
              <a:t>wartość</a:t>
            </a:r>
            <a:r>
              <a:rPr lang="en-US" sz="2000" dirty="0"/>
              <a:t> T </a:t>
            </a:r>
            <a:r>
              <a:rPr lang="en-US" sz="2000" dirty="0" err="1"/>
              <a:t>spowodowane</a:t>
            </a:r>
            <a:r>
              <a:rPr lang="en-US" sz="2000" dirty="0"/>
              <a:t> </a:t>
            </a:r>
            <a:r>
              <a:rPr lang="en-US" sz="2000" dirty="0" err="1"/>
              <a:t>chłodzeniem</a:t>
            </a:r>
            <a:endParaRPr lang="pl-PL" sz="20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pl-PL" sz="2000" dirty="0"/>
              <a:t>Zmiana prędkości komórek na podstawie temperatury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9904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E13C50-DC33-A53F-22EB-D0B118FD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z podłogą</a:t>
            </a:r>
            <a:endParaRPr lang="en-US" dirty="0"/>
          </a:p>
        </p:txBody>
      </p:sp>
      <p:pic>
        <p:nvPicPr>
          <p:cNvPr id="8" name="Content Placeholder 7" descr="A black background with red and yellow rectangles&#10;&#10;AI-generated content may be incorrect.">
            <a:extLst>
              <a:ext uri="{FF2B5EF4-FFF2-40B4-BE49-F238E27FC236}">
                <a16:creationId xmlns:a16="http://schemas.microsoft.com/office/drawing/2014/main" id="{8DF264F0-CF1F-16BB-6829-B21A0E701B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9696"/>
            <a:ext cx="10515600" cy="2883196"/>
          </a:xfrm>
        </p:spPr>
      </p:pic>
    </p:spTree>
    <p:extLst>
      <p:ext uri="{BB962C8B-B14F-4D97-AF65-F5344CB8AC3E}">
        <p14:creationId xmlns:p14="http://schemas.microsoft.com/office/powerpoint/2010/main" val="2956893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50E4-FF28-3712-939D-1DBB9154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Wir</a:t>
            </a:r>
            <a:endParaRPr lang="en-US" dirty="0"/>
          </a:p>
        </p:txBody>
      </p:sp>
      <p:pic>
        <p:nvPicPr>
          <p:cNvPr id="7" name="Content Placeholder 6" descr="A white circle with arrows and a circle with a white circle with a white circle with a white circle with a white circle with a white circle with a white circle with a white circle with a white&#10;&#10;AI-generated content may be incorrect.">
            <a:extLst>
              <a:ext uri="{FF2B5EF4-FFF2-40B4-BE49-F238E27FC236}">
                <a16:creationId xmlns:a16="http://schemas.microsoft.com/office/drawing/2014/main" id="{C8ECD197-09FA-4192-A996-05EBFF732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80657"/>
            <a:ext cx="4326466" cy="3896686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DC8555-5AA7-115B-1615-5E087F3ED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Każdy wir posiada: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Pozycje na siatce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Promień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Prędkość kątową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Wiek</a:t>
            </a:r>
          </a:p>
          <a:p>
            <a:r>
              <a:rPr lang="pl-PL" dirty="0"/>
              <a:t>Wiry są generowane w „</a:t>
            </a:r>
            <a:r>
              <a:rPr lang="pl-PL" dirty="0" err="1"/>
              <a:t>fire</a:t>
            </a:r>
            <a:r>
              <a:rPr lang="pl-PL" dirty="0"/>
              <a:t> </a:t>
            </a:r>
            <a:r>
              <a:rPr lang="pl-PL" dirty="0" err="1"/>
              <a:t>source</a:t>
            </a:r>
            <a:r>
              <a:rPr lang="pl-PL" dirty="0"/>
              <a:t>” z danym prawdopodobieństwem</a:t>
            </a:r>
          </a:p>
          <a:p>
            <a:r>
              <a:rPr lang="pl-PL" dirty="0"/>
              <a:t>Umierają, gdy ich czas dobiegnie końca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3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89A1-577F-A60C-6E3D-B437C72E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Wiry</a:t>
            </a:r>
            <a:endParaRPr lang="en-US" dirty="0"/>
          </a:p>
        </p:txBody>
      </p:sp>
      <p:pic>
        <p:nvPicPr>
          <p:cNvPr id="7" name="Content Placeholder 6" descr="A fire with black and red flames&#10;&#10;AI-generated content may be incorrect.">
            <a:extLst>
              <a:ext uri="{FF2B5EF4-FFF2-40B4-BE49-F238E27FC236}">
                <a16:creationId xmlns:a16="http://schemas.microsoft.com/office/drawing/2014/main" id="{A58C72FE-B39F-170D-1932-21153E24C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099" y="1834054"/>
            <a:ext cx="7887801" cy="4334480"/>
          </a:xfrm>
        </p:spPr>
      </p:pic>
    </p:spTree>
    <p:extLst>
      <p:ext uri="{BB962C8B-B14F-4D97-AF65-F5344CB8AC3E}">
        <p14:creationId xmlns:p14="http://schemas.microsoft.com/office/powerpoint/2010/main" val="3916451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FB76-751E-34C6-149F-8EF41D8C3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Wpływ wirów na prędkości</a:t>
            </a:r>
            <a:endParaRPr lang="en-US" dirty="0"/>
          </a:p>
        </p:txBody>
      </p:sp>
      <p:pic>
        <p:nvPicPr>
          <p:cNvPr id="7" name="Picture Placeholder 6" descr="A diagram of a spiral&#10;&#10;AI-generated content may be incorrect.">
            <a:extLst>
              <a:ext uri="{FF2B5EF4-FFF2-40B4-BE49-F238E27FC236}">
                <a16:creationId xmlns:a16="http://schemas.microsoft.com/office/drawing/2014/main" id="{28A57010-218D-6633-6F40-E00526300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051" y="987425"/>
            <a:ext cx="5052473" cy="487362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2F8EC9-DAF3-9F49-3D5D-44A5CE2D3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l-PL" dirty="0"/>
              <a:t>Aktualizacja prędkości.</a:t>
            </a:r>
          </a:p>
          <a:p>
            <a:r>
              <a:rPr lang="pl-PL" dirty="0"/>
              <a:t>Mamy wir na pozycji x.</a:t>
            </a:r>
          </a:p>
          <a:p>
            <a:r>
              <a:rPr lang="pl-PL" dirty="0"/>
              <a:t>Wir wpływa na prędkość siatkę prędkości.</a:t>
            </a:r>
          </a:p>
          <a:p>
            <a:r>
              <a:rPr lang="pl-PL" dirty="0"/>
              <a:t>Na podstawie </a:t>
            </a:r>
            <a:r>
              <a:rPr lang="pl-PL"/>
              <a:t>wektora otrzymujemy</a:t>
            </a:r>
            <a:r>
              <a:rPr lang="pl-PL" dirty="0"/>
              <a:t>:</a:t>
            </a:r>
          </a:p>
          <a:p>
            <a:endParaRPr lang="en-US" dirty="0"/>
          </a:p>
        </p:txBody>
      </p:sp>
      <p:pic>
        <p:nvPicPr>
          <p:cNvPr id="9" name="Picture 8" descr="A black background with yellow text&#10;&#10;AI-generated content may be incorrect.">
            <a:extLst>
              <a:ext uri="{FF2B5EF4-FFF2-40B4-BE49-F238E27FC236}">
                <a16:creationId xmlns:a16="http://schemas.microsoft.com/office/drawing/2014/main" id="{BA659DCE-75F9-091D-1E7D-D5AFD72A8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47" y="3963194"/>
            <a:ext cx="4922917" cy="103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80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</TotalTime>
  <Words>391</Words>
  <Application>Microsoft Office PowerPoint</Application>
  <PresentationFormat>Widescreen</PresentationFormat>
  <Paragraphs>77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Symulacja ognia</vt:lpstr>
      <vt:lpstr>Nieściśliwość</vt:lpstr>
      <vt:lpstr>Zakładamy nielepkość</vt:lpstr>
      <vt:lpstr>Ciesz jako pole prędkości na siatce</vt:lpstr>
      <vt:lpstr>Algorytm</vt:lpstr>
      <vt:lpstr>Krok pierwszy</vt:lpstr>
      <vt:lpstr>2 krok</vt:lpstr>
      <vt:lpstr>Jak zmusić nieściśliwość</vt:lpstr>
      <vt:lpstr>Jak zmusić nieściśliwość</vt:lpstr>
      <vt:lpstr>Ściany</vt:lpstr>
      <vt:lpstr>Konkretne rozwiązanie</vt:lpstr>
      <vt:lpstr>Siatka</vt:lpstr>
      <vt:lpstr>Ciśnienie</vt:lpstr>
      <vt:lpstr>Overrelaxation</vt:lpstr>
      <vt:lpstr>3 krok</vt:lpstr>
      <vt:lpstr>Przemieszczanie </vt:lpstr>
      <vt:lpstr>Semi-Lagrangian</vt:lpstr>
      <vt:lpstr>Wyznaczenie wektora</vt:lpstr>
      <vt:lpstr>Co zrobić jak się „cofniemy”</vt:lpstr>
      <vt:lpstr>Dym</vt:lpstr>
      <vt:lpstr>Fire Simulation</vt:lpstr>
      <vt:lpstr>Temperatura</vt:lpstr>
      <vt:lpstr>Temp. w czasie</vt:lpstr>
      <vt:lpstr>Przykład z podłogą</vt:lpstr>
      <vt:lpstr>Wir</vt:lpstr>
      <vt:lpstr>Wiry</vt:lpstr>
      <vt:lpstr>Wpływ wirów na prędkości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Molitor</dc:creator>
  <cp:lastModifiedBy>Marcin Molitor</cp:lastModifiedBy>
  <cp:revision>1</cp:revision>
  <dcterms:created xsi:type="dcterms:W3CDTF">2025-12-13T17:01:29Z</dcterms:created>
  <dcterms:modified xsi:type="dcterms:W3CDTF">2025-12-14T21:55:44Z</dcterms:modified>
</cp:coreProperties>
</file>